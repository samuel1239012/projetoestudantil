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21599525" cy="32399288"/>
  <p:notesSz cx="6858000" cy="9144000"/>
  <p:defaultTextStyle>
    <a:defPPr>
      <a:defRPr lang="pt-BR"/>
    </a:defPPr>
    <a:lvl1pPr marL="0" algn="l" defTabSz="2408265" rtl="0" eaLnBrk="1" latinLnBrk="0" hangingPunct="1">
      <a:defRPr sz="4741" kern="1200">
        <a:solidFill>
          <a:schemeClr val="tx1"/>
        </a:solidFill>
        <a:latin typeface="+mn-lt"/>
        <a:ea typeface="+mn-ea"/>
        <a:cs typeface="+mn-cs"/>
      </a:defRPr>
    </a:lvl1pPr>
    <a:lvl2pPr marL="1204132" algn="l" defTabSz="2408265" rtl="0" eaLnBrk="1" latinLnBrk="0" hangingPunct="1">
      <a:defRPr sz="4741" kern="1200">
        <a:solidFill>
          <a:schemeClr val="tx1"/>
        </a:solidFill>
        <a:latin typeface="+mn-lt"/>
        <a:ea typeface="+mn-ea"/>
        <a:cs typeface="+mn-cs"/>
      </a:defRPr>
    </a:lvl2pPr>
    <a:lvl3pPr marL="2408265" algn="l" defTabSz="2408265" rtl="0" eaLnBrk="1" latinLnBrk="0" hangingPunct="1">
      <a:defRPr sz="4741" kern="1200">
        <a:solidFill>
          <a:schemeClr val="tx1"/>
        </a:solidFill>
        <a:latin typeface="+mn-lt"/>
        <a:ea typeface="+mn-ea"/>
        <a:cs typeface="+mn-cs"/>
      </a:defRPr>
    </a:lvl3pPr>
    <a:lvl4pPr marL="3612398" algn="l" defTabSz="2408265" rtl="0" eaLnBrk="1" latinLnBrk="0" hangingPunct="1">
      <a:defRPr sz="4741" kern="1200">
        <a:solidFill>
          <a:schemeClr val="tx1"/>
        </a:solidFill>
        <a:latin typeface="+mn-lt"/>
        <a:ea typeface="+mn-ea"/>
        <a:cs typeface="+mn-cs"/>
      </a:defRPr>
    </a:lvl4pPr>
    <a:lvl5pPr marL="4816529" algn="l" defTabSz="2408265" rtl="0" eaLnBrk="1" latinLnBrk="0" hangingPunct="1">
      <a:defRPr sz="4741" kern="1200">
        <a:solidFill>
          <a:schemeClr val="tx1"/>
        </a:solidFill>
        <a:latin typeface="+mn-lt"/>
        <a:ea typeface="+mn-ea"/>
        <a:cs typeface="+mn-cs"/>
      </a:defRPr>
    </a:lvl5pPr>
    <a:lvl6pPr marL="6020661" algn="l" defTabSz="2408265" rtl="0" eaLnBrk="1" latinLnBrk="0" hangingPunct="1">
      <a:defRPr sz="4741" kern="1200">
        <a:solidFill>
          <a:schemeClr val="tx1"/>
        </a:solidFill>
        <a:latin typeface="+mn-lt"/>
        <a:ea typeface="+mn-ea"/>
        <a:cs typeface="+mn-cs"/>
      </a:defRPr>
    </a:lvl6pPr>
    <a:lvl7pPr marL="7224793" algn="l" defTabSz="2408265" rtl="0" eaLnBrk="1" latinLnBrk="0" hangingPunct="1">
      <a:defRPr sz="4741" kern="1200">
        <a:solidFill>
          <a:schemeClr val="tx1"/>
        </a:solidFill>
        <a:latin typeface="+mn-lt"/>
        <a:ea typeface="+mn-ea"/>
        <a:cs typeface="+mn-cs"/>
      </a:defRPr>
    </a:lvl7pPr>
    <a:lvl8pPr marL="8428926" algn="l" defTabSz="2408265" rtl="0" eaLnBrk="1" latinLnBrk="0" hangingPunct="1">
      <a:defRPr sz="4741" kern="1200">
        <a:solidFill>
          <a:schemeClr val="tx1"/>
        </a:solidFill>
        <a:latin typeface="+mn-lt"/>
        <a:ea typeface="+mn-ea"/>
        <a:cs typeface="+mn-cs"/>
      </a:defRPr>
    </a:lvl8pPr>
    <a:lvl9pPr marL="9633059" algn="l" defTabSz="2408265" rtl="0" eaLnBrk="1" latinLnBrk="0" hangingPunct="1">
      <a:defRPr sz="4741"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F5B0EF-964B-42CB-A981-7E873A54C808}" v="31" dt="2025-11-30T22:41:25.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50" d="100"/>
          <a:sy n="50" d="100"/>
        </p:scale>
        <p:origin x="18" y="-57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ferraz" userId="63cd8b97fc085c7c" providerId="LiveId" clId="{CC8381F9-6DB4-4D92-AC73-1386B2939039}"/>
    <pc:docChg chg="undo custSel modSld">
      <pc:chgData name="claudio ferraz" userId="63cd8b97fc085c7c" providerId="LiveId" clId="{CC8381F9-6DB4-4D92-AC73-1386B2939039}" dt="2025-11-30T22:45:14.046" v="1323" actId="12"/>
      <pc:docMkLst>
        <pc:docMk/>
      </pc:docMkLst>
      <pc:sldChg chg="modSp mod">
        <pc:chgData name="claudio ferraz" userId="63cd8b97fc085c7c" providerId="LiveId" clId="{CC8381F9-6DB4-4D92-AC73-1386B2939039}" dt="2025-11-30T22:45:14.046" v="1323" actId="12"/>
        <pc:sldMkLst>
          <pc:docMk/>
          <pc:sldMk cId="1143089893" sldId="256"/>
        </pc:sldMkLst>
        <pc:spChg chg="mod">
          <ac:chgData name="claudio ferraz" userId="63cd8b97fc085c7c" providerId="LiveId" clId="{CC8381F9-6DB4-4D92-AC73-1386B2939039}" dt="2025-11-30T22:27:35.024" v="831" actId="1076"/>
          <ac:spMkLst>
            <pc:docMk/>
            <pc:sldMk cId="1143089893" sldId="256"/>
            <ac:spMk id="2" creationId="{00000000-0000-0000-0000-000000000000}"/>
          </ac:spMkLst>
        </pc:spChg>
        <pc:spChg chg="mod">
          <ac:chgData name="claudio ferraz" userId="63cd8b97fc085c7c" providerId="LiveId" clId="{CC8381F9-6DB4-4D92-AC73-1386B2939039}" dt="2025-11-30T22:23:47.967" v="622" actId="1076"/>
          <ac:spMkLst>
            <pc:docMk/>
            <pc:sldMk cId="1143089893" sldId="256"/>
            <ac:spMk id="6" creationId="{00000000-0000-0000-0000-000000000000}"/>
          </ac:spMkLst>
        </pc:spChg>
        <pc:spChg chg="mod">
          <ac:chgData name="claudio ferraz" userId="63cd8b97fc085c7c" providerId="LiveId" clId="{CC8381F9-6DB4-4D92-AC73-1386B2939039}" dt="2025-11-30T22:08:48.263" v="96" actId="20577"/>
          <ac:spMkLst>
            <pc:docMk/>
            <pc:sldMk cId="1143089893" sldId="256"/>
            <ac:spMk id="7" creationId="{00000000-0000-0000-0000-000000000000}"/>
          </ac:spMkLst>
        </pc:spChg>
        <pc:spChg chg="mod">
          <ac:chgData name="claudio ferraz" userId="63cd8b97fc085c7c" providerId="LiveId" clId="{CC8381F9-6DB4-4D92-AC73-1386B2939039}" dt="2025-11-30T22:43:27.748" v="1293" actId="1076"/>
          <ac:spMkLst>
            <pc:docMk/>
            <pc:sldMk cId="1143089893" sldId="256"/>
            <ac:spMk id="12" creationId="{00000000-0000-0000-0000-000000000000}"/>
          </ac:spMkLst>
        </pc:spChg>
        <pc:spChg chg="mod">
          <ac:chgData name="claudio ferraz" userId="63cd8b97fc085c7c" providerId="LiveId" clId="{CC8381F9-6DB4-4D92-AC73-1386B2939039}" dt="2025-11-30T22:45:14.046" v="1323" actId="12"/>
          <ac:spMkLst>
            <pc:docMk/>
            <pc:sldMk cId="1143089893" sldId="256"/>
            <ac:spMk id="14" creationId="{00000000-0000-0000-0000-000000000000}"/>
          </ac:spMkLst>
        </pc:spChg>
        <pc:spChg chg="mod">
          <ac:chgData name="claudio ferraz" userId="63cd8b97fc085c7c" providerId="LiveId" clId="{CC8381F9-6DB4-4D92-AC73-1386B2939039}" dt="2025-11-30T22:36:55.907" v="1220" actId="1076"/>
          <ac:spMkLst>
            <pc:docMk/>
            <pc:sldMk cId="1143089893" sldId="256"/>
            <ac:spMk id="16" creationId="{00000000-0000-0000-0000-000000000000}"/>
          </ac:spMkLst>
        </pc:spChg>
        <pc:picChg chg="mod">
          <ac:chgData name="claudio ferraz" userId="63cd8b97fc085c7c" providerId="LiveId" clId="{CC8381F9-6DB4-4D92-AC73-1386B2939039}" dt="2025-11-30T22:36:56.460" v="1221" actId="1076"/>
          <ac:picMkLst>
            <pc:docMk/>
            <pc:sldMk cId="1143089893" sldId="256"/>
            <ac:picMk id="3"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02386"/>
            <a:ext cx="18359596" cy="11279752"/>
          </a:xfrm>
        </p:spPr>
        <p:txBody>
          <a:bodyPr anchor="b"/>
          <a:lstStyle>
            <a:lvl1pPr algn="ctr">
              <a:defRPr sz="14066"/>
            </a:lvl1pPr>
          </a:lstStyle>
          <a:p>
            <a:r>
              <a:rPr lang="pt-BR"/>
              <a:t>Clique para editar o título mestre</a:t>
            </a:r>
            <a:endParaRPr lang="en-US" dirty="0"/>
          </a:p>
        </p:txBody>
      </p:sp>
      <p:sp>
        <p:nvSpPr>
          <p:cNvPr id="3" name="Subtitle 2"/>
          <p:cNvSpPr>
            <a:spLocks noGrp="1"/>
          </p:cNvSpPr>
          <p:nvPr>
            <p:ph type="subTitle" idx="1"/>
          </p:nvPr>
        </p:nvSpPr>
        <p:spPr>
          <a:xfrm>
            <a:off x="2699941" y="17017128"/>
            <a:ext cx="16199644" cy="7822326"/>
          </a:xfrm>
        </p:spPr>
        <p:txBody>
          <a:bodyPr/>
          <a:lstStyle>
            <a:lvl1pPr marL="0" indent="0" algn="ctr">
              <a:buNone/>
              <a:defRPr sz="5626"/>
            </a:lvl1pPr>
            <a:lvl2pPr marL="1071809" indent="0" algn="ctr">
              <a:buNone/>
              <a:defRPr sz="4689"/>
            </a:lvl2pPr>
            <a:lvl3pPr marL="2143618" indent="0" algn="ctr">
              <a:buNone/>
              <a:defRPr sz="4220"/>
            </a:lvl3pPr>
            <a:lvl4pPr marL="3215427" indent="0" algn="ctr">
              <a:buNone/>
              <a:defRPr sz="3751"/>
            </a:lvl4pPr>
            <a:lvl5pPr marL="4287235" indent="0" algn="ctr">
              <a:buNone/>
              <a:defRPr sz="3751"/>
            </a:lvl5pPr>
            <a:lvl6pPr marL="5359045" indent="0" algn="ctr">
              <a:buNone/>
              <a:defRPr sz="3751"/>
            </a:lvl6pPr>
            <a:lvl7pPr marL="6430853" indent="0" algn="ctr">
              <a:buNone/>
              <a:defRPr sz="3751"/>
            </a:lvl7pPr>
            <a:lvl8pPr marL="7502662" indent="0" algn="ctr">
              <a:buNone/>
              <a:defRPr sz="3751"/>
            </a:lvl8pPr>
            <a:lvl9pPr marL="8574471" indent="0" algn="ctr">
              <a:buNone/>
              <a:defRPr sz="3751"/>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D4EF635C-3488-4B8D-834C-FF56499C41A9}" type="datetimeFigureOut">
              <a:rPr lang="pt-BR" smtClean="0"/>
              <a:t>30/11/2025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1005066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D4EF635C-3488-4B8D-834C-FF56499C41A9}" type="datetimeFigureOut">
              <a:rPr lang="pt-BR" smtClean="0"/>
              <a:t>30/11/2025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2304313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473720" y="8077332"/>
            <a:ext cx="18629590" cy="13477201"/>
          </a:xfrm>
        </p:spPr>
        <p:txBody>
          <a:bodyPr anchor="b"/>
          <a:lstStyle>
            <a:lvl1pPr>
              <a:defRPr sz="14066"/>
            </a:lvl1pPr>
          </a:lstStyle>
          <a:p>
            <a:r>
              <a:rPr lang="pt-BR"/>
              <a:t>Clique para editar o título mestre</a:t>
            </a:r>
            <a:endParaRPr lang="en-US" dirty="0"/>
          </a:p>
        </p:txBody>
      </p:sp>
      <p:sp>
        <p:nvSpPr>
          <p:cNvPr id="3" name="Text Placeholder 2"/>
          <p:cNvSpPr>
            <a:spLocks noGrp="1"/>
          </p:cNvSpPr>
          <p:nvPr>
            <p:ph type="body" idx="1"/>
          </p:nvPr>
        </p:nvSpPr>
        <p:spPr>
          <a:xfrm>
            <a:off x="1473720" y="21682033"/>
            <a:ext cx="18629590" cy="7087342"/>
          </a:xfrm>
        </p:spPr>
        <p:txBody>
          <a:bodyPr/>
          <a:lstStyle>
            <a:lvl1pPr marL="0" indent="0">
              <a:buNone/>
              <a:defRPr sz="5626">
                <a:solidFill>
                  <a:schemeClr val="tx1"/>
                </a:solidFill>
              </a:defRPr>
            </a:lvl1pPr>
            <a:lvl2pPr marL="1071809" indent="0">
              <a:buNone/>
              <a:defRPr sz="4689">
                <a:solidFill>
                  <a:schemeClr val="tx1">
                    <a:tint val="75000"/>
                  </a:schemeClr>
                </a:solidFill>
              </a:defRPr>
            </a:lvl2pPr>
            <a:lvl3pPr marL="2143618" indent="0">
              <a:buNone/>
              <a:defRPr sz="4220">
                <a:solidFill>
                  <a:schemeClr val="tx1">
                    <a:tint val="75000"/>
                  </a:schemeClr>
                </a:solidFill>
              </a:defRPr>
            </a:lvl3pPr>
            <a:lvl4pPr marL="3215427" indent="0">
              <a:buNone/>
              <a:defRPr sz="3751">
                <a:solidFill>
                  <a:schemeClr val="tx1">
                    <a:tint val="75000"/>
                  </a:schemeClr>
                </a:solidFill>
              </a:defRPr>
            </a:lvl4pPr>
            <a:lvl5pPr marL="4287235" indent="0">
              <a:buNone/>
              <a:defRPr sz="3751">
                <a:solidFill>
                  <a:schemeClr val="tx1">
                    <a:tint val="75000"/>
                  </a:schemeClr>
                </a:solidFill>
              </a:defRPr>
            </a:lvl5pPr>
            <a:lvl6pPr marL="5359045" indent="0">
              <a:buNone/>
              <a:defRPr sz="3751">
                <a:solidFill>
                  <a:schemeClr val="tx1">
                    <a:tint val="75000"/>
                  </a:schemeClr>
                </a:solidFill>
              </a:defRPr>
            </a:lvl6pPr>
            <a:lvl7pPr marL="6430853" indent="0">
              <a:buNone/>
              <a:defRPr sz="3751">
                <a:solidFill>
                  <a:schemeClr val="tx1">
                    <a:tint val="75000"/>
                  </a:schemeClr>
                </a:solidFill>
              </a:defRPr>
            </a:lvl7pPr>
            <a:lvl8pPr marL="7502662" indent="0">
              <a:buNone/>
              <a:defRPr sz="3751">
                <a:solidFill>
                  <a:schemeClr val="tx1">
                    <a:tint val="75000"/>
                  </a:schemeClr>
                </a:solidFill>
              </a:defRPr>
            </a:lvl8pPr>
            <a:lvl9pPr marL="8574471" indent="0">
              <a:buNone/>
              <a:defRPr sz="3751">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D4EF635C-3488-4B8D-834C-FF56499C41A9}" type="datetimeFigureOut">
              <a:rPr lang="pt-BR" smtClean="0"/>
              <a:t>30/11/2025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1504088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484968" y="8624812"/>
            <a:ext cx="9179798" cy="20557051"/>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10934760" y="8624812"/>
            <a:ext cx="9179798" cy="20557051"/>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D4EF635C-3488-4B8D-834C-FF56499C41A9}" type="datetimeFigureOut">
              <a:rPr lang="pt-BR" smtClean="0"/>
              <a:t>30/11/2025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3880023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487781" y="1724970"/>
            <a:ext cx="18629590" cy="6262365"/>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487784" y="7942328"/>
            <a:ext cx="9137610" cy="3892412"/>
          </a:xfrm>
        </p:spPr>
        <p:txBody>
          <a:bodyPr anchor="b"/>
          <a:lstStyle>
            <a:lvl1pPr marL="0" indent="0">
              <a:buNone/>
              <a:defRPr sz="5626" b="1"/>
            </a:lvl1pPr>
            <a:lvl2pPr marL="1071809" indent="0">
              <a:buNone/>
              <a:defRPr sz="4689" b="1"/>
            </a:lvl2pPr>
            <a:lvl3pPr marL="2143618" indent="0">
              <a:buNone/>
              <a:defRPr sz="4220" b="1"/>
            </a:lvl3pPr>
            <a:lvl4pPr marL="3215427" indent="0">
              <a:buNone/>
              <a:defRPr sz="3751" b="1"/>
            </a:lvl4pPr>
            <a:lvl5pPr marL="4287235" indent="0">
              <a:buNone/>
              <a:defRPr sz="3751" b="1"/>
            </a:lvl5pPr>
            <a:lvl6pPr marL="5359045" indent="0">
              <a:buNone/>
              <a:defRPr sz="3751" b="1"/>
            </a:lvl6pPr>
            <a:lvl7pPr marL="6430853" indent="0">
              <a:buNone/>
              <a:defRPr sz="3751" b="1"/>
            </a:lvl7pPr>
            <a:lvl8pPr marL="7502662" indent="0">
              <a:buNone/>
              <a:defRPr sz="3751" b="1"/>
            </a:lvl8pPr>
            <a:lvl9pPr marL="8574471" indent="0">
              <a:buNone/>
              <a:defRPr sz="3751" b="1"/>
            </a:lvl9pPr>
          </a:lstStyle>
          <a:p>
            <a:pPr lvl="0"/>
            <a:r>
              <a:rPr lang="pt-BR"/>
              <a:t>Editar estilos de texto Mestre</a:t>
            </a:r>
          </a:p>
        </p:txBody>
      </p:sp>
      <p:sp>
        <p:nvSpPr>
          <p:cNvPr id="4" name="Content Placeholder 3"/>
          <p:cNvSpPr>
            <a:spLocks noGrp="1"/>
          </p:cNvSpPr>
          <p:nvPr>
            <p:ph sz="half" idx="2"/>
          </p:nvPr>
        </p:nvSpPr>
        <p:spPr>
          <a:xfrm>
            <a:off x="1487784" y="11834740"/>
            <a:ext cx="9137610" cy="17407120"/>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10934764" y="7942328"/>
            <a:ext cx="9182611" cy="3892412"/>
          </a:xfrm>
        </p:spPr>
        <p:txBody>
          <a:bodyPr anchor="b"/>
          <a:lstStyle>
            <a:lvl1pPr marL="0" indent="0">
              <a:buNone/>
              <a:defRPr sz="5626" b="1"/>
            </a:lvl1pPr>
            <a:lvl2pPr marL="1071809" indent="0">
              <a:buNone/>
              <a:defRPr sz="4689" b="1"/>
            </a:lvl2pPr>
            <a:lvl3pPr marL="2143618" indent="0">
              <a:buNone/>
              <a:defRPr sz="4220" b="1"/>
            </a:lvl3pPr>
            <a:lvl4pPr marL="3215427" indent="0">
              <a:buNone/>
              <a:defRPr sz="3751" b="1"/>
            </a:lvl4pPr>
            <a:lvl5pPr marL="4287235" indent="0">
              <a:buNone/>
              <a:defRPr sz="3751" b="1"/>
            </a:lvl5pPr>
            <a:lvl6pPr marL="5359045" indent="0">
              <a:buNone/>
              <a:defRPr sz="3751" b="1"/>
            </a:lvl6pPr>
            <a:lvl7pPr marL="6430853" indent="0">
              <a:buNone/>
              <a:defRPr sz="3751" b="1"/>
            </a:lvl7pPr>
            <a:lvl8pPr marL="7502662" indent="0">
              <a:buNone/>
              <a:defRPr sz="3751" b="1"/>
            </a:lvl8pPr>
            <a:lvl9pPr marL="8574471" indent="0">
              <a:buNone/>
              <a:defRPr sz="3751" b="1"/>
            </a:lvl9pPr>
          </a:lstStyle>
          <a:p>
            <a:pPr lvl="0"/>
            <a:r>
              <a:rPr lang="pt-BR"/>
              <a:t>Editar estilos de texto Mestre</a:t>
            </a:r>
          </a:p>
        </p:txBody>
      </p:sp>
      <p:sp>
        <p:nvSpPr>
          <p:cNvPr id="6" name="Content Placeholder 5"/>
          <p:cNvSpPr>
            <a:spLocks noGrp="1"/>
          </p:cNvSpPr>
          <p:nvPr>
            <p:ph sz="quarter" idx="4"/>
          </p:nvPr>
        </p:nvSpPr>
        <p:spPr>
          <a:xfrm>
            <a:off x="10934764" y="11834740"/>
            <a:ext cx="9182611" cy="17407120"/>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D4EF635C-3488-4B8D-834C-FF56499C41A9}" type="datetimeFigureOut">
              <a:rPr lang="pt-BR" smtClean="0"/>
              <a:t>30/11/2025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3627686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D4EF635C-3488-4B8D-834C-FF56499C41A9}" type="datetimeFigureOut">
              <a:rPr lang="pt-BR" smtClean="0"/>
              <a:t>30/11/2025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2938116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EF635C-3488-4B8D-834C-FF56499C41A9}" type="datetimeFigureOut">
              <a:rPr lang="pt-BR" smtClean="0"/>
              <a:t>30/11/2025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1412506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7781" y="2159953"/>
            <a:ext cx="6966409" cy="7559834"/>
          </a:xfrm>
        </p:spPr>
        <p:txBody>
          <a:bodyPr anchor="b"/>
          <a:lstStyle>
            <a:lvl1pPr>
              <a:defRPr sz="7501"/>
            </a:lvl1pPr>
          </a:lstStyle>
          <a:p>
            <a:r>
              <a:rPr lang="pt-BR"/>
              <a:t>Clique para editar o título mestre</a:t>
            </a:r>
            <a:endParaRPr lang="en-US" dirty="0"/>
          </a:p>
        </p:txBody>
      </p:sp>
      <p:sp>
        <p:nvSpPr>
          <p:cNvPr id="3" name="Content Placeholder 2"/>
          <p:cNvSpPr>
            <a:spLocks noGrp="1"/>
          </p:cNvSpPr>
          <p:nvPr>
            <p:ph idx="1"/>
          </p:nvPr>
        </p:nvSpPr>
        <p:spPr>
          <a:xfrm>
            <a:off x="9182611" y="4664905"/>
            <a:ext cx="10934760" cy="23024494"/>
          </a:xfrm>
        </p:spPr>
        <p:txBody>
          <a:bodyPr/>
          <a:lstStyle>
            <a:lvl1pPr>
              <a:defRPr sz="7501"/>
            </a:lvl1pPr>
            <a:lvl2pPr>
              <a:defRPr sz="6564"/>
            </a:lvl2pPr>
            <a:lvl3pPr>
              <a:defRPr sz="5626"/>
            </a:lvl3pPr>
            <a:lvl4pPr>
              <a:defRPr sz="4689"/>
            </a:lvl4pPr>
            <a:lvl5pPr>
              <a:defRPr sz="4689"/>
            </a:lvl5pPr>
            <a:lvl6pPr>
              <a:defRPr sz="4689"/>
            </a:lvl6pPr>
            <a:lvl7pPr>
              <a:defRPr sz="4689"/>
            </a:lvl7pPr>
            <a:lvl8pPr>
              <a:defRPr sz="4689"/>
            </a:lvl8pPr>
            <a:lvl9pPr>
              <a:defRPr sz="4689"/>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487781" y="9719787"/>
            <a:ext cx="6966409" cy="18007107"/>
          </a:xfrm>
        </p:spPr>
        <p:txBody>
          <a:bodyPr/>
          <a:lstStyle>
            <a:lvl1pPr marL="0" indent="0">
              <a:buNone/>
              <a:defRPr sz="3751"/>
            </a:lvl1pPr>
            <a:lvl2pPr marL="1071809" indent="0">
              <a:buNone/>
              <a:defRPr sz="3281"/>
            </a:lvl2pPr>
            <a:lvl3pPr marL="2143618" indent="0">
              <a:buNone/>
              <a:defRPr sz="2814"/>
            </a:lvl3pPr>
            <a:lvl4pPr marL="3215427" indent="0">
              <a:buNone/>
              <a:defRPr sz="2344"/>
            </a:lvl4pPr>
            <a:lvl5pPr marL="4287235" indent="0">
              <a:buNone/>
              <a:defRPr sz="2344"/>
            </a:lvl5pPr>
            <a:lvl6pPr marL="5359045" indent="0">
              <a:buNone/>
              <a:defRPr sz="2344"/>
            </a:lvl6pPr>
            <a:lvl7pPr marL="6430853" indent="0">
              <a:buNone/>
              <a:defRPr sz="2344"/>
            </a:lvl7pPr>
            <a:lvl8pPr marL="7502662" indent="0">
              <a:buNone/>
              <a:defRPr sz="2344"/>
            </a:lvl8pPr>
            <a:lvl9pPr marL="8574471" indent="0">
              <a:buNone/>
              <a:defRPr sz="2344"/>
            </a:lvl9pPr>
          </a:lstStyle>
          <a:p>
            <a:pPr lvl="0"/>
            <a:r>
              <a:rPr lang="pt-BR"/>
              <a:t>Editar estilos de texto Mestre</a:t>
            </a:r>
          </a:p>
        </p:txBody>
      </p:sp>
      <p:sp>
        <p:nvSpPr>
          <p:cNvPr id="5" name="Date Placeholder 4"/>
          <p:cNvSpPr>
            <a:spLocks noGrp="1"/>
          </p:cNvSpPr>
          <p:nvPr>
            <p:ph type="dt" sz="half" idx="10"/>
          </p:nvPr>
        </p:nvSpPr>
        <p:spPr/>
        <p:txBody>
          <a:bodyPr/>
          <a:lstStyle/>
          <a:p>
            <a:fld id="{D4EF635C-3488-4B8D-834C-FF56499C41A9}" type="datetimeFigureOut">
              <a:rPr lang="pt-BR" smtClean="0"/>
              <a:t>30/11/2025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1080996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7781" y="2159953"/>
            <a:ext cx="6966409" cy="7559834"/>
          </a:xfrm>
        </p:spPr>
        <p:txBody>
          <a:bodyPr anchor="b"/>
          <a:lstStyle>
            <a:lvl1pPr>
              <a:defRPr sz="7501"/>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9182611" y="4664905"/>
            <a:ext cx="10934760" cy="23024494"/>
          </a:xfrm>
        </p:spPr>
        <p:txBody>
          <a:bodyPr anchor="t"/>
          <a:lstStyle>
            <a:lvl1pPr marL="0" indent="0">
              <a:buNone/>
              <a:defRPr sz="7501"/>
            </a:lvl1pPr>
            <a:lvl2pPr marL="1071809" indent="0">
              <a:buNone/>
              <a:defRPr sz="6564"/>
            </a:lvl2pPr>
            <a:lvl3pPr marL="2143618" indent="0">
              <a:buNone/>
              <a:defRPr sz="5626"/>
            </a:lvl3pPr>
            <a:lvl4pPr marL="3215427" indent="0">
              <a:buNone/>
              <a:defRPr sz="4689"/>
            </a:lvl4pPr>
            <a:lvl5pPr marL="4287235" indent="0">
              <a:buNone/>
              <a:defRPr sz="4689"/>
            </a:lvl5pPr>
            <a:lvl6pPr marL="5359045" indent="0">
              <a:buNone/>
              <a:defRPr sz="4689"/>
            </a:lvl6pPr>
            <a:lvl7pPr marL="6430853" indent="0">
              <a:buNone/>
              <a:defRPr sz="4689"/>
            </a:lvl7pPr>
            <a:lvl8pPr marL="7502662" indent="0">
              <a:buNone/>
              <a:defRPr sz="4689"/>
            </a:lvl8pPr>
            <a:lvl9pPr marL="8574471" indent="0">
              <a:buNone/>
              <a:defRPr sz="4689"/>
            </a:lvl9pPr>
          </a:lstStyle>
          <a:p>
            <a:r>
              <a:rPr lang="pt-BR"/>
              <a:t>Clique no ícone para adicionar uma imagem</a:t>
            </a:r>
            <a:endParaRPr lang="en-US" dirty="0"/>
          </a:p>
        </p:txBody>
      </p:sp>
      <p:sp>
        <p:nvSpPr>
          <p:cNvPr id="4" name="Text Placeholder 3"/>
          <p:cNvSpPr>
            <a:spLocks noGrp="1"/>
          </p:cNvSpPr>
          <p:nvPr>
            <p:ph type="body" sz="half" idx="2"/>
          </p:nvPr>
        </p:nvSpPr>
        <p:spPr>
          <a:xfrm>
            <a:off x="1487781" y="9719787"/>
            <a:ext cx="6966409" cy="18007107"/>
          </a:xfrm>
        </p:spPr>
        <p:txBody>
          <a:bodyPr/>
          <a:lstStyle>
            <a:lvl1pPr marL="0" indent="0">
              <a:buNone/>
              <a:defRPr sz="3751"/>
            </a:lvl1pPr>
            <a:lvl2pPr marL="1071809" indent="0">
              <a:buNone/>
              <a:defRPr sz="3281"/>
            </a:lvl2pPr>
            <a:lvl3pPr marL="2143618" indent="0">
              <a:buNone/>
              <a:defRPr sz="2814"/>
            </a:lvl3pPr>
            <a:lvl4pPr marL="3215427" indent="0">
              <a:buNone/>
              <a:defRPr sz="2344"/>
            </a:lvl4pPr>
            <a:lvl5pPr marL="4287235" indent="0">
              <a:buNone/>
              <a:defRPr sz="2344"/>
            </a:lvl5pPr>
            <a:lvl6pPr marL="5359045" indent="0">
              <a:buNone/>
              <a:defRPr sz="2344"/>
            </a:lvl6pPr>
            <a:lvl7pPr marL="6430853" indent="0">
              <a:buNone/>
              <a:defRPr sz="2344"/>
            </a:lvl7pPr>
            <a:lvl8pPr marL="7502662" indent="0">
              <a:buNone/>
              <a:defRPr sz="2344"/>
            </a:lvl8pPr>
            <a:lvl9pPr marL="8574471" indent="0">
              <a:buNone/>
              <a:defRPr sz="2344"/>
            </a:lvl9pPr>
          </a:lstStyle>
          <a:p>
            <a:pPr lvl="0"/>
            <a:r>
              <a:rPr lang="pt-BR"/>
              <a:t>Editar estilos de texto Mestre</a:t>
            </a:r>
          </a:p>
        </p:txBody>
      </p:sp>
      <p:sp>
        <p:nvSpPr>
          <p:cNvPr id="5" name="Date Placeholder 4"/>
          <p:cNvSpPr>
            <a:spLocks noGrp="1"/>
          </p:cNvSpPr>
          <p:nvPr>
            <p:ph type="dt" sz="half" idx="10"/>
          </p:nvPr>
        </p:nvSpPr>
        <p:spPr/>
        <p:txBody>
          <a:bodyPr/>
          <a:lstStyle/>
          <a:p>
            <a:fld id="{D4EF635C-3488-4B8D-834C-FF56499C41A9}" type="datetimeFigureOut">
              <a:rPr lang="pt-BR" smtClean="0"/>
              <a:t>30/11/2025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1910704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D4EF635C-3488-4B8D-834C-FF56499C41A9}" type="datetimeFigureOut">
              <a:rPr lang="pt-BR" smtClean="0"/>
              <a:t>30/11/2025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4083678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24963"/>
            <a:ext cx="4657397" cy="27456899"/>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484970" y="1724963"/>
            <a:ext cx="13702198" cy="27456899"/>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D4EF635C-3488-4B8D-834C-FF56499C41A9}" type="datetimeFigureOut">
              <a:rPr lang="pt-BR" smtClean="0"/>
              <a:t>30/11/2025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4291322-E31A-4CDE-BC37-53D75EAF2B0F}" type="slidenum">
              <a:rPr lang="pt-BR" smtClean="0"/>
              <a:t>‹nº›</a:t>
            </a:fld>
            <a:endParaRPr lang="pt-BR"/>
          </a:p>
        </p:txBody>
      </p:sp>
    </p:spTree>
    <p:extLst>
      <p:ext uri="{BB962C8B-B14F-4D97-AF65-F5344CB8AC3E}">
        <p14:creationId xmlns:p14="http://schemas.microsoft.com/office/powerpoint/2010/main" val="291899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24970"/>
            <a:ext cx="18629590" cy="6262365"/>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1484968" y="8624812"/>
            <a:ext cx="18629590" cy="20557051"/>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484967" y="30029347"/>
            <a:ext cx="4859893" cy="1724962"/>
          </a:xfrm>
          <a:prstGeom prst="rect">
            <a:avLst/>
          </a:prstGeom>
        </p:spPr>
        <p:txBody>
          <a:bodyPr vert="horz" lIns="91440" tIns="45720" rIns="91440" bIns="45720" rtlCol="0" anchor="ctr"/>
          <a:lstStyle>
            <a:lvl1pPr algn="l">
              <a:defRPr sz="2814">
                <a:solidFill>
                  <a:schemeClr val="tx1">
                    <a:tint val="75000"/>
                  </a:schemeClr>
                </a:solidFill>
              </a:defRPr>
            </a:lvl1pPr>
          </a:lstStyle>
          <a:p>
            <a:fld id="{D4EF635C-3488-4B8D-834C-FF56499C41A9}" type="datetimeFigureOut">
              <a:rPr lang="pt-BR" smtClean="0"/>
              <a:t>30/11/2025</a:t>
            </a:fld>
            <a:endParaRPr lang="pt-BR"/>
          </a:p>
        </p:txBody>
      </p:sp>
      <p:sp>
        <p:nvSpPr>
          <p:cNvPr id="5" name="Footer Placeholder 4"/>
          <p:cNvSpPr>
            <a:spLocks noGrp="1"/>
          </p:cNvSpPr>
          <p:nvPr>
            <p:ph type="ftr" sz="quarter" idx="3"/>
          </p:nvPr>
        </p:nvSpPr>
        <p:spPr>
          <a:xfrm>
            <a:off x="7154843" y="30029347"/>
            <a:ext cx="7289840" cy="1724962"/>
          </a:xfrm>
          <a:prstGeom prst="rect">
            <a:avLst/>
          </a:prstGeom>
        </p:spPr>
        <p:txBody>
          <a:bodyPr vert="horz" lIns="91440" tIns="45720" rIns="91440" bIns="45720" rtlCol="0" anchor="ctr"/>
          <a:lstStyle>
            <a:lvl1pPr algn="ctr">
              <a:defRPr sz="2814">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15254665" y="30029347"/>
            <a:ext cx="4859893" cy="1724962"/>
          </a:xfrm>
          <a:prstGeom prst="rect">
            <a:avLst/>
          </a:prstGeom>
        </p:spPr>
        <p:txBody>
          <a:bodyPr vert="horz" lIns="91440" tIns="45720" rIns="91440" bIns="45720" rtlCol="0" anchor="ctr"/>
          <a:lstStyle>
            <a:lvl1pPr algn="r">
              <a:defRPr sz="2814">
                <a:solidFill>
                  <a:schemeClr val="tx1">
                    <a:tint val="75000"/>
                  </a:schemeClr>
                </a:solidFill>
              </a:defRPr>
            </a:lvl1pPr>
          </a:lstStyle>
          <a:p>
            <a:fld id="{14291322-E31A-4CDE-BC37-53D75EAF2B0F}" type="slidenum">
              <a:rPr lang="pt-BR" smtClean="0"/>
              <a:t>‹nº›</a:t>
            </a:fld>
            <a:endParaRPr lang="pt-BR"/>
          </a:p>
        </p:txBody>
      </p:sp>
    </p:spTree>
    <p:extLst>
      <p:ext uri="{BB962C8B-B14F-4D97-AF65-F5344CB8AC3E}">
        <p14:creationId xmlns:p14="http://schemas.microsoft.com/office/powerpoint/2010/main" val="3093605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143618" rtl="0" eaLnBrk="1" latinLnBrk="0" hangingPunct="1">
        <a:lnSpc>
          <a:spcPct val="90000"/>
        </a:lnSpc>
        <a:spcBef>
          <a:spcPct val="0"/>
        </a:spcBef>
        <a:buNone/>
        <a:defRPr sz="10315" kern="1200">
          <a:solidFill>
            <a:schemeClr val="tx1"/>
          </a:solidFill>
          <a:latin typeface="+mj-lt"/>
          <a:ea typeface="+mj-ea"/>
          <a:cs typeface="+mj-cs"/>
        </a:defRPr>
      </a:lvl1pPr>
    </p:titleStyle>
    <p:bodyStyle>
      <a:lvl1pPr marL="535905" indent="-535905" algn="l" defTabSz="2143618" rtl="0" eaLnBrk="1" latinLnBrk="0" hangingPunct="1">
        <a:lnSpc>
          <a:spcPct val="90000"/>
        </a:lnSpc>
        <a:spcBef>
          <a:spcPts val="2344"/>
        </a:spcBef>
        <a:buFont typeface="Arial" panose="020B0604020202020204" pitchFamily="34" charset="0"/>
        <a:buChar char="•"/>
        <a:defRPr sz="6564" kern="1200">
          <a:solidFill>
            <a:schemeClr val="tx1"/>
          </a:solidFill>
          <a:latin typeface="+mn-lt"/>
          <a:ea typeface="+mn-ea"/>
          <a:cs typeface="+mn-cs"/>
        </a:defRPr>
      </a:lvl1pPr>
      <a:lvl2pPr marL="1607714" indent="-535905" algn="l" defTabSz="2143618" rtl="0" eaLnBrk="1" latinLnBrk="0" hangingPunct="1">
        <a:lnSpc>
          <a:spcPct val="90000"/>
        </a:lnSpc>
        <a:spcBef>
          <a:spcPts val="1173"/>
        </a:spcBef>
        <a:buFont typeface="Arial" panose="020B0604020202020204" pitchFamily="34" charset="0"/>
        <a:buChar char="•"/>
        <a:defRPr sz="5626" kern="1200">
          <a:solidFill>
            <a:schemeClr val="tx1"/>
          </a:solidFill>
          <a:latin typeface="+mn-lt"/>
          <a:ea typeface="+mn-ea"/>
          <a:cs typeface="+mn-cs"/>
        </a:defRPr>
      </a:lvl2pPr>
      <a:lvl3pPr marL="2679522" indent="-535905" algn="l" defTabSz="2143618" rtl="0" eaLnBrk="1" latinLnBrk="0" hangingPunct="1">
        <a:lnSpc>
          <a:spcPct val="90000"/>
        </a:lnSpc>
        <a:spcBef>
          <a:spcPts val="1173"/>
        </a:spcBef>
        <a:buFont typeface="Arial" panose="020B0604020202020204" pitchFamily="34" charset="0"/>
        <a:buChar char="•"/>
        <a:defRPr sz="4689" kern="1200">
          <a:solidFill>
            <a:schemeClr val="tx1"/>
          </a:solidFill>
          <a:latin typeface="+mn-lt"/>
          <a:ea typeface="+mn-ea"/>
          <a:cs typeface="+mn-cs"/>
        </a:defRPr>
      </a:lvl3pPr>
      <a:lvl4pPr marL="3751331" indent="-535905" algn="l" defTabSz="2143618" rtl="0" eaLnBrk="1" latinLnBrk="0" hangingPunct="1">
        <a:lnSpc>
          <a:spcPct val="90000"/>
        </a:lnSpc>
        <a:spcBef>
          <a:spcPts val="1173"/>
        </a:spcBef>
        <a:buFont typeface="Arial" panose="020B0604020202020204" pitchFamily="34" charset="0"/>
        <a:buChar char="•"/>
        <a:defRPr sz="4220" kern="1200">
          <a:solidFill>
            <a:schemeClr val="tx1"/>
          </a:solidFill>
          <a:latin typeface="+mn-lt"/>
          <a:ea typeface="+mn-ea"/>
          <a:cs typeface="+mn-cs"/>
        </a:defRPr>
      </a:lvl4pPr>
      <a:lvl5pPr marL="4823140" indent="-535905" algn="l" defTabSz="2143618" rtl="0" eaLnBrk="1" latinLnBrk="0" hangingPunct="1">
        <a:lnSpc>
          <a:spcPct val="90000"/>
        </a:lnSpc>
        <a:spcBef>
          <a:spcPts val="1173"/>
        </a:spcBef>
        <a:buFont typeface="Arial" panose="020B0604020202020204" pitchFamily="34" charset="0"/>
        <a:buChar char="•"/>
        <a:defRPr sz="4220" kern="1200">
          <a:solidFill>
            <a:schemeClr val="tx1"/>
          </a:solidFill>
          <a:latin typeface="+mn-lt"/>
          <a:ea typeface="+mn-ea"/>
          <a:cs typeface="+mn-cs"/>
        </a:defRPr>
      </a:lvl5pPr>
      <a:lvl6pPr marL="5894949" indent="-535905" algn="l" defTabSz="2143618" rtl="0" eaLnBrk="1" latinLnBrk="0" hangingPunct="1">
        <a:lnSpc>
          <a:spcPct val="90000"/>
        </a:lnSpc>
        <a:spcBef>
          <a:spcPts val="1173"/>
        </a:spcBef>
        <a:buFont typeface="Arial" panose="020B0604020202020204" pitchFamily="34" charset="0"/>
        <a:buChar char="•"/>
        <a:defRPr sz="4220" kern="1200">
          <a:solidFill>
            <a:schemeClr val="tx1"/>
          </a:solidFill>
          <a:latin typeface="+mn-lt"/>
          <a:ea typeface="+mn-ea"/>
          <a:cs typeface="+mn-cs"/>
        </a:defRPr>
      </a:lvl6pPr>
      <a:lvl7pPr marL="6966759" indent="-535905" algn="l" defTabSz="2143618" rtl="0" eaLnBrk="1" latinLnBrk="0" hangingPunct="1">
        <a:lnSpc>
          <a:spcPct val="90000"/>
        </a:lnSpc>
        <a:spcBef>
          <a:spcPts val="1173"/>
        </a:spcBef>
        <a:buFont typeface="Arial" panose="020B0604020202020204" pitchFamily="34" charset="0"/>
        <a:buChar char="•"/>
        <a:defRPr sz="4220" kern="1200">
          <a:solidFill>
            <a:schemeClr val="tx1"/>
          </a:solidFill>
          <a:latin typeface="+mn-lt"/>
          <a:ea typeface="+mn-ea"/>
          <a:cs typeface="+mn-cs"/>
        </a:defRPr>
      </a:lvl7pPr>
      <a:lvl8pPr marL="8038567" indent="-535905" algn="l" defTabSz="2143618" rtl="0" eaLnBrk="1" latinLnBrk="0" hangingPunct="1">
        <a:lnSpc>
          <a:spcPct val="90000"/>
        </a:lnSpc>
        <a:spcBef>
          <a:spcPts val="1173"/>
        </a:spcBef>
        <a:buFont typeface="Arial" panose="020B0604020202020204" pitchFamily="34" charset="0"/>
        <a:buChar char="•"/>
        <a:defRPr sz="4220" kern="1200">
          <a:solidFill>
            <a:schemeClr val="tx1"/>
          </a:solidFill>
          <a:latin typeface="+mn-lt"/>
          <a:ea typeface="+mn-ea"/>
          <a:cs typeface="+mn-cs"/>
        </a:defRPr>
      </a:lvl8pPr>
      <a:lvl9pPr marL="9110376" indent="-535905" algn="l" defTabSz="2143618" rtl="0" eaLnBrk="1" latinLnBrk="0" hangingPunct="1">
        <a:lnSpc>
          <a:spcPct val="90000"/>
        </a:lnSpc>
        <a:spcBef>
          <a:spcPts val="1173"/>
        </a:spcBef>
        <a:buFont typeface="Arial" panose="020B0604020202020204" pitchFamily="34" charset="0"/>
        <a:buChar char="•"/>
        <a:defRPr sz="4220" kern="1200">
          <a:solidFill>
            <a:schemeClr val="tx1"/>
          </a:solidFill>
          <a:latin typeface="+mn-lt"/>
          <a:ea typeface="+mn-ea"/>
          <a:cs typeface="+mn-cs"/>
        </a:defRPr>
      </a:lvl9pPr>
    </p:bodyStyle>
    <p:otherStyle>
      <a:defPPr>
        <a:defRPr lang="en-US"/>
      </a:defPPr>
      <a:lvl1pPr marL="0" algn="l" defTabSz="2143618" rtl="0" eaLnBrk="1" latinLnBrk="0" hangingPunct="1">
        <a:defRPr sz="4220" kern="1200">
          <a:solidFill>
            <a:schemeClr val="tx1"/>
          </a:solidFill>
          <a:latin typeface="+mn-lt"/>
          <a:ea typeface="+mn-ea"/>
          <a:cs typeface="+mn-cs"/>
        </a:defRPr>
      </a:lvl1pPr>
      <a:lvl2pPr marL="1071809" algn="l" defTabSz="2143618" rtl="0" eaLnBrk="1" latinLnBrk="0" hangingPunct="1">
        <a:defRPr sz="4220" kern="1200">
          <a:solidFill>
            <a:schemeClr val="tx1"/>
          </a:solidFill>
          <a:latin typeface="+mn-lt"/>
          <a:ea typeface="+mn-ea"/>
          <a:cs typeface="+mn-cs"/>
        </a:defRPr>
      </a:lvl2pPr>
      <a:lvl3pPr marL="2143618" algn="l" defTabSz="2143618" rtl="0" eaLnBrk="1" latinLnBrk="0" hangingPunct="1">
        <a:defRPr sz="4220" kern="1200">
          <a:solidFill>
            <a:schemeClr val="tx1"/>
          </a:solidFill>
          <a:latin typeface="+mn-lt"/>
          <a:ea typeface="+mn-ea"/>
          <a:cs typeface="+mn-cs"/>
        </a:defRPr>
      </a:lvl3pPr>
      <a:lvl4pPr marL="3215427" algn="l" defTabSz="2143618" rtl="0" eaLnBrk="1" latinLnBrk="0" hangingPunct="1">
        <a:defRPr sz="4220" kern="1200">
          <a:solidFill>
            <a:schemeClr val="tx1"/>
          </a:solidFill>
          <a:latin typeface="+mn-lt"/>
          <a:ea typeface="+mn-ea"/>
          <a:cs typeface="+mn-cs"/>
        </a:defRPr>
      </a:lvl4pPr>
      <a:lvl5pPr marL="4287235" algn="l" defTabSz="2143618" rtl="0" eaLnBrk="1" latinLnBrk="0" hangingPunct="1">
        <a:defRPr sz="4220" kern="1200">
          <a:solidFill>
            <a:schemeClr val="tx1"/>
          </a:solidFill>
          <a:latin typeface="+mn-lt"/>
          <a:ea typeface="+mn-ea"/>
          <a:cs typeface="+mn-cs"/>
        </a:defRPr>
      </a:lvl5pPr>
      <a:lvl6pPr marL="5359045" algn="l" defTabSz="2143618" rtl="0" eaLnBrk="1" latinLnBrk="0" hangingPunct="1">
        <a:defRPr sz="4220" kern="1200">
          <a:solidFill>
            <a:schemeClr val="tx1"/>
          </a:solidFill>
          <a:latin typeface="+mn-lt"/>
          <a:ea typeface="+mn-ea"/>
          <a:cs typeface="+mn-cs"/>
        </a:defRPr>
      </a:lvl6pPr>
      <a:lvl7pPr marL="6430853" algn="l" defTabSz="2143618" rtl="0" eaLnBrk="1" latinLnBrk="0" hangingPunct="1">
        <a:defRPr sz="4220" kern="1200">
          <a:solidFill>
            <a:schemeClr val="tx1"/>
          </a:solidFill>
          <a:latin typeface="+mn-lt"/>
          <a:ea typeface="+mn-ea"/>
          <a:cs typeface="+mn-cs"/>
        </a:defRPr>
      </a:lvl7pPr>
      <a:lvl8pPr marL="7502662" algn="l" defTabSz="2143618" rtl="0" eaLnBrk="1" latinLnBrk="0" hangingPunct="1">
        <a:defRPr sz="4220" kern="1200">
          <a:solidFill>
            <a:schemeClr val="tx1"/>
          </a:solidFill>
          <a:latin typeface="+mn-lt"/>
          <a:ea typeface="+mn-ea"/>
          <a:cs typeface="+mn-cs"/>
        </a:defRPr>
      </a:lvl8pPr>
      <a:lvl9pPr marL="8574471" algn="l" defTabSz="2143618" rtl="0" eaLnBrk="1" latinLnBrk="0" hangingPunct="1">
        <a:defRPr sz="42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luiz.barros42@etec.sp.gov.br" TargetMode="External"/><Relationship Id="rId3" Type="http://schemas.openxmlformats.org/officeDocument/2006/relationships/hyperlink" Target="mailto:rogerio.barroso@etec.sp.gov.br" TargetMode="External"/><Relationship Id="rId7" Type="http://schemas.openxmlformats.org/officeDocument/2006/relationships/hyperlink" Target="mailto:kadmiel.santos@etec.sp.gov.br" TargetMode="External"/><Relationship Id="rId2" Type="http://schemas.openxmlformats.org/officeDocument/2006/relationships/hyperlink" Target="mailto:camylla.ferraz@etec.sp.gov.br" TargetMode="External"/><Relationship Id="rId1" Type="http://schemas.openxmlformats.org/officeDocument/2006/relationships/slideLayout" Target="../slideLayouts/slideLayout1.xml"/><Relationship Id="rId6" Type="http://schemas.openxmlformats.org/officeDocument/2006/relationships/hyperlink" Target="mailto:higor.almeida12@etec.sp.gov.br" TargetMode="External"/><Relationship Id="rId5" Type="http://schemas.openxmlformats.org/officeDocument/2006/relationships/hyperlink" Target="mailto:grazielly.silva43@etec.sp.gov.br" TargetMode="External"/><Relationship Id="rId4" Type="http://schemas.openxmlformats.org/officeDocument/2006/relationships/hyperlink" Target="mailto:felix.rodrigues@etec.sp.gov.br" TargetMode="Externa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08091" y="2095647"/>
            <a:ext cx="19583342" cy="2792763"/>
          </a:xfrm>
        </p:spPr>
        <p:txBody>
          <a:bodyPr>
            <a:normAutofit fontScale="90000"/>
          </a:bodyPr>
          <a:lstStyle/>
          <a:p>
            <a:pPr>
              <a:lnSpc>
                <a:spcPct val="100000"/>
              </a:lnSpc>
            </a:pPr>
            <a:r>
              <a:rPr lang="pt-BR" sz="8000" b="1" dirty="0">
                <a:solidFill>
                  <a:schemeClr val="bg1"/>
                </a:solidFill>
                <a:latin typeface="Times New Roman"/>
                <a:ea typeface="+mj-lt"/>
                <a:cs typeface="Times New Roman"/>
              </a:rPr>
              <a:t>INFLUENCIADORES DIGITAIS COMO CANAL DE COMUNICAÇÃO: o papel dos influenciadores na formação de opiniões dos jovens</a:t>
            </a:r>
            <a:endParaRPr lang="en-US" dirty="0">
              <a:solidFill>
                <a:schemeClr val="bg1"/>
              </a:solidFill>
            </a:endParaRPr>
          </a:p>
        </p:txBody>
      </p:sp>
      <p:sp>
        <p:nvSpPr>
          <p:cNvPr id="14" name="Subtítulo 2"/>
          <p:cNvSpPr>
            <a:spLocks noGrp="1"/>
          </p:cNvSpPr>
          <p:nvPr>
            <p:ph type="subTitle" idx="1"/>
          </p:nvPr>
        </p:nvSpPr>
        <p:spPr>
          <a:xfrm>
            <a:off x="942489" y="11259572"/>
            <a:ext cx="9701191" cy="17094311"/>
          </a:xfrm>
        </p:spPr>
        <p:txBody>
          <a:bodyPr vert="horz" lIns="91440" tIns="45720" rIns="91440" bIns="45720" rtlCol="0" anchor="t">
            <a:normAutofit/>
          </a:bodyPr>
          <a:lstStyle/>
          <a:p>
            <a:pPr algn="just">
              <a:lnSpc>
                <a:spcPct val="100000"/>
              </a:lnSpc>
              <a:spcBef>
                <a:spcPts val="0"/>
              </a:spcBef>
            </a:pPr>
            <a:r>
              <a:rPr lang="pt-BR" sz="4800" b="1" dirty="0">
                <a:solidFill>
                  <a:srgbClr val="005C6D"/>
                </a:solidFill>
                <a:latin typeface="Times New Roman" panose="02020603050405020304" pitchFamily="18" charset="0"/>
                <a:cs typeface="Times New Roman" panose="02020603050405020304" pitchFamily="18" charset="0"/>
              </a:rPr>
              <a:t>Resumo Introdutório</a:t>
            </a:r>
          </a:p>
          <a:p>
            <a:pPr algn="just">
              <a:lnSpc>
                <a:spcPct val="100000"/>
              </a:lnSpc>
              <a:spcBef>
                <a:spcPts val="0"/>
              </a:spcBef>
            </a:pPr>
            <a:r>
              <a:rPr lang="pt-BR" sz="3000" dirty="0">
                <a:latin typeface="Times New Roman"/>
                <a:cs typeface="Times New Roman"/>
              </a:rPr>
              <a:t>Os influenciadores digitais se tornaram um dos principais canais de comunicação da atualidade, pois conseguem falar com o público de forma próxima e natural, criando laços de confiança que ajudam a divulgar ideias, hábitos, produtos e comportamentos. Por isso, muitas marcas e instituições usam esses criadores de conteúdo para alcançar públicos específicos e gerar engajamento. Porém, esse alcance também traz riscos: alguns influenciadores podem espalhar informações falsas, promover produtos de forma irresponsável ou reforçar padrões irreais. Como muitas pessoas confiam neles, atitudes antiéticas ou conteúdos problemáticos podem ser facilmente reproduzidos, influenciando negativamente decisões e comportamentos do público.</a:t>
            </a:r>
            <a:endParaRPr lang="pt-BR" sz="3000" dirty="0">
              <a:latin typeface="Times New Roman" panose="02020603050405020304" pitchFamily="18" charset="0"/>
              <a:cs typeface="Times New Roman" panose="02020603050405020304" pitchFamily="18" charset="0"/>
            </a:endParaRPr>
          </a:p>
          <a:p>
            <a:pPr algn="just">
              <a:lnSpc>
                <a:spcPct val="100000"/>
              </a:lnSpc>
            </a:pPr>
            <a:endParaRPr lang="pt-BR" sz="4000" dirty="0">
              <a:latin typeface="Times New Roman" panose="02020603050405020304" pitchFamily="18" charset="0"/>
              <a:cs typeface="Times New Roman" panose="02020603050405020304" pitchFamily="18" charset="0"/>
            </a:endParaRPr>
          </a:p>
          <a:p>
            <a:pPr algn="just">
              <a:lnSpc>
                <a:spcPct val="100000"/>
              </a:lnSpc>
              <a:spcBef>
                <a:spcPts val="0"/>
              </a:spcBef>
            </a:pPr>
            <a:r>
              <a:rPr lang="pt-BR" sz="4800" b="1" dirty="0">
                <a:solidFill>
                  <a:srgbClr val="005C6D"/>
                </a:solidFill>
                <a:latin typeface="Times New Roman"/>
                <a:cs typeface="Times New Roman"/>
              </a:rPr>
              <a:t>Caracterização do objeto de estudo</a:t>
            </a:r>
            <a:endParaRPr lang="pt-BR" sz="4800" b="1" dirty="0">
              <a:solidFill>
                <a:srgbClr val="005C6D"/>
              </a:solidFill>
              <a:latin typeface="Times New Roman"/>
              <a:ea typeface="+mn-lt"/>
              <a:cs typeface="Times New Roman"/>
            </a:endParaRPr>
          </a:p>
          <a:p>
            <a:pPr marL="571500" indent="-571500" algn="just">
              <a:lnSpc>
                <a:spcPct val="100000"/>
              </a:lnSpc>
              <a:spcBef>
                <a:spcPts val="0"/>
              </a:spcBef>
              <a:buFont typeface="Courier New" panose="020B0604020202020204" pitchFamily="34" charset="0"/>
              <a:buChar char="o"/>
            </a:pPr>
            <a:r>
              <a:rPr lang="pt-BR" sz="3000" dirty="0">
                <a:latin typeface="Times New Roman"/>
                <a:ea typeface="+mn-lt"/>
                <a:cs typeface="Times New Roman"/>
              </a:rPr>
              <a:t>São Sebastião como destino do Turismo Social – um olhar para São Sebastião;</a:t>
            </a:r>
            <a:endParaRPr lang="pt-BR" sz="3000" dirty="0">
              <a:ea typeface="Calibri" panose="020F0502020204030204"/>
              <a:cs typeface="Calibri" panose="020F0502020204030204"/>
            </a:endParaRPr>
          </a:p>
          <a:p>
            <a:pPr marL="571500" indent="-571500" algn="just">
              <a:lnSpc>
                <a:spcPct val="100000"/>
              </a:lnSpc>
              <a:spcBef>
                <a:spcPts val="0"/>
              </a:spcBef>
              <a:buFont typeface="Courier New" panose="020B0604020202020204" pitchFamily="34" charset="0"/>
              <a:buChar char="o"/>
            </a:pPr>
            <a:endParaRPr lang="pt-BR" sz="3000" dirty="0">
              <a:solidFill>
                <a:srgbClr val="000000"/>
              </a:solidFill>
              <a:latin typeface="Times New Roman"/>
              <a:ea typeface="Calibri"/>
              <a:cs typeface="Times New Roman"/>
            </a:endParaRPr>
          </a:p>
          <a:p>
            <a:pPr marL="571500" indent="-571500" algn="just">
              <a:lnSpc>
                <a:spcPct val="100000"/>
              </a:lnSpc>
              <a:spcBef>
                <a:spcPts val="0"/>
              </a:spcBef>
              <a:buFont typeface="Courier New" panose="020B0604020202020204" pitchFamily="34" charset="0"/>
              <a:buChar char="o"/>
            </a:pPr>
            <a:r>
              <a:rPr lang="pt-BR" sz="3000" dirty="0">
                <a:solidFill>
                  <a:srgbClr val="000000"/>
                </a:solidFill>
                <a:latin typeface="Times New Roman"/>
                <a:ea typeface="+mn-lt"/>
                <a:cs typeface="Times New Roman"/>
              </a:rPr>
              <a:t>Investimento em viagem para alavancar o Turismo Social.</a:t>
            </a:r>
            <a:endParaRPr lang="pt-BR" sz="3000" dirty="0">
              <a:ea typeface="Calibri" panose="020F0502020204030204"/>
              <a:cs typeface="Calibri" panose="020F0502020204030204"/>
            </a:endParaRPr>
          </a:p>
          <a:p>
            <a:pPr algn="just">
              <a:lnSpc>
                <a:spcPct val="100000"/>
              </a:lnSpc>
              <a:spcBef>
                <a:spcPts val="0"/>
              </a:spcBef>
            </a:pPr>
            <a:endParaRPr lang="pt-BR" sz="4000" dirty="0">
              <a:solidFill>
                <a:srgbClr val="000000"/>
              </a:solidFill>
              <a:latin typeface="Times New Roman"/>
              <a:ea typeface="Calibri"/>
              <a:cs typeface="Times New Roman"/>
            </a:endParaRPr>
          </a:p>
          <a:p>
            <a:pPr algn="just">
              <a:lnSpc>
                <a:spcPct val="100000"/>
              </a:lnSpc>
              <a:spcBef>
                <a:spcPts val="0"/>
              </a:spcBef>
            </a:pPr>
            <a:r>
              <a:rPr lang="pt-BR" sz="4800" b="1" dirty="0">
                <a:solidFill>
                  <a:srgbClr val="005C6D"/>
                </a:solidFill>
                <a:latin typeface="Times New Roman" panose="02020603050405020304" pitchFamily="18" charset="0"/>
                <a:cs typeface="Times New Roman" panose="02020603050405020304" pitchFamily="18" charset="0"/>
              </a:rPr>
              <a:t>Materiais e Métodos</a:t>
            </a:r>
          </a:p>
          <a:p>
            <a:pPr marL="457200" indent="-457200" algn="just">
              <a:lnSpc>
                <a:spcPct val="100000"/>
              </a:lnSpc>
              <a:spcBef>
                <a:spcPts val="0"/>
              </a:spcBef>
              <a:buFont typeface="Courier New" panose="02070309020205020404" pitchFamily="49" charset="0"/>
              <a:buChar char="o"/>
            </a:pPr>
            <a:r>
              <a:rPr lang="pt-BR" sz="3000" dirty="0">
                <a:latin typeface="Times New Roman" panose="02020603050405020304" pitchFamily="18" charset="0"/>
                <a:ea typeface="Calibri" panose="020F0502020204030204"/>
                <a:cs typeface="Times New Roman" panose="02020603050405020304" pitchFamily="18" charset="0"/>
              </a:rPr>
              <a:t>Amostras de 20+ estudantes das turmas 1º MAI, 1º ADI 2ºMKT 3ºMAI 3ºMKT (aplicação online).</a:t>
            </a:r>
          </a:p>
          <a:p>
            <a:pPr marL="457200" indent="-457200" algn="just">
              <a:lnSpc>
                <a:spcPct val="100000"/>
              </a:lnSpc>
              <a:spcBef>
                <a:spcPts val="0"/>
              </a:spcBef>
              <a:buFont typeface="Courier New" panose="02070309020205020404" pitchFamily="49" charset="0"/>
              <a:buChar char="o"/>
            </a:pPr>
            <a:r>
              <a:rPr lang="pt-BR" sz="3000" dirty="0">
                <a:latin typeface="Times New Roman" panose="02020603050405020304" pitchFamily="18" charset="0"/>
                <a:ea typeface="Calibri" panose="020F0502020204030204"/>
                <a:cs typeface="Times New Roman" panose="02020603050405020304" pitchFamily="18" charset="0"/>
              </a:rPr>
              <a:t>Como instrumento de coleta, foi utilizado um questionário. Criado no Google </a:t>
            </a:r>
            <a:r>
              <a:rPr lang="pt-BR" sz="3000" dirty="0" err="1">
                <a:latin typeface="Times New Roman" panose="02020603050405020304" pitchFamily="18" charset="0"/>
                <a:ea typeface="Calibri" panose="020F0502020204030204"/>
                <a:cs typeface="Times New Roman" panose="02020603050405020304" pitchFamily="18" charset="0"/>
              </a:rPr>
              <a:t>Forms</a:t>
            </a:r>
            <a:r>
              <a:rPr lang="pt-BR" sz="3000" dirty="0">
                <a:latin typeface="Times New Roman" panose="02020603050405020304" pitchFamily="18" charset="0"/>
                <a:ea typeface="Calibri" panose="020F0502020204030204"/>
                <a:cs typeface="Times New Roman" panose="02020603050405020304" pitchFamily="18" charset="0"/>
              </a:rPr>
              <a:t>. </a:t>
            </a:r>
          </a:p>
          <a:p>
            <a:pPr marL="457200" indent="-457200" algn="just">
              <a:lnSpc>
                <a:spcPct val="100000"/>
              </a:lnSpc>
              <a:spcBef>
                <a:spcPts val="0"/>
              </a:spcBef>
              <a:buFont typeface="Courier New" panose="02070309020205020404" pitchFamily="49" charset="0"/>
              <a:buChar char="o"/>
            </a:pPr>
            <a:r>
              <a:rPr lang="pt-BR" sz="3000" dirty="0">
                <a:latin typeface="Times New Roman" panose="02020603050405020304" pitchFamily="18" charset="0"/>
                <a:ea typeface="Calibri" panose="020F0502020204030204"/>
                <a:cs typeface="Times New Roman" panose="02020603050405020304" pitchFamily="18" charset="0"/>
              </a:rPr>
              <a:t>Para materiais de estudo, foram usados documentos, artigos encontrados no Google Acadêmico e textos sobre Cyberbullying.</a:t>
            </a:r>
          </a:p>
        </p:txBody>
      </p:sp>
      <p:sp>
        <p:nvSpPr>
          <p:cNvPr id="6" name="CaixaDeTexto 5"/>
          <p:cNvSpPr txBox="1"/>
          <p:nvPr/>
        </p:nvSpPr>
        <p:spPr>
          <a:xfrm>
            <a:off x="942489" y="7355749"/>
            <a:ext cx="19558832" cy="3323987"/>
          </a:xfrm>
          <a:prstGeom prst="rect">
            <a:avLst/>
          </a:prstGeom>
          <a:noFill/>
        </p:spPr>
        <p:txBody>
          <a:bodyPr wrap="square" lIns="91440" tIns="45720" rIns="91440" bIns="45720" rtlCol="0" anchor="t">
            <a:spAutoFit/>
          </a:bodyPr>
          <a:lstStyle/>
          <a:p>
            <a:pPr algn="ctr"/>
            <a:r>
              <a:rPr lang="pt-BR" sz="3000" b="1" dirty="0" err="1">
                <a:latin typeface="Times New Roman"/>
                <a:cs typeface="Times New Roman"/>
              </a:rPr>
              <a:t>Camylla</a:t>
            </a:r>
            <a:r>
              <a:rPr lang="pt-BR" sz="3000" b="1" dirty="0">
                <a:latin typeface="Times New Roman"/>
                <a:cs typeface="Times New Roman"/>
              </a:rPr>
              <a:t> Barros Ferraz – E-mail: </a:t>
            </a:r>
            <a:r>
              <a:rPr lang="pt-BR" sz="3000" b="1" dirty="0">
                <a:latin typeface="Times New Roman"/>
                <a:cs typeface="Times New Roman"/>
                <a:hlinkClick r:id="rId2"/>
              </a:rPr>
              <a:t>camylla.ferraz@etec.sp.gov.br</a:t>
            </a:r>
            <a:endParaRPr lang="pt-BR" sz="3000" b="1" dirty="0">
              <a:latin typeface="Times New Roman"/>
              <a:cs typeface="Times New Roman"/>
            </a:endParaRPr>
          </a:p>
          <a:p>
            <a:pPr algn="ctr"/>
            <a:r>
              <a:rPr lang="pt-BR" sz="3000" b="1" dirty="0">
                <a:latin typeface="Times New Roman"/>
                <a:cs typeface="Times New Roman"/>
              </a:rPr>
              <a:t>Felix Flores Rodrigues – E-mail: </a:t>
            </a:r>
            <a:r>
              <a:rPr lang="pt-BR" sz="3000" b="1" dirty="0">
                <a:latin typeface="Times New Roman"/>
                <a:cs typeface="Times New Roman"/>
                <a:hlinkClick r:id="rId3"/>
              </a:rPr>
              <a:t>rogerio.barroso@etec.sp.gov.br</a:t>
            </a:r>
            <a:endParaRPr lang="pt-BR" sz="3000" b="1" dirty="0">
              <a:latin typeface="Times New Roman"/>
              <a:cs typeface="Times New Roman"/>
            </a:endParaRPr>
          </a:p>
          <a:p>
            <a:pPr algn="ctr"/>
            <a:r>
              <a:rPr lang="pt-BR" sz="3000" b="1" dirty="0">
                <a:latin typeface="Times New Roman" panose="02020603050405020304" pitchFamily="18" charset="0"/>
                <a:cs typeface="Times New Roman" panose="02020603050405020304" pitchFamily="18" charset="0"/>
              </a:rPr>
              <a:t>Flavia de Sousa Almeida </a:t>
            </a:r>
            <a:r>
              <a:rPr lang="pt-BR" sz="3000" b="1" dirty="0">
                <a:latin typeface="Times New Roman"/>
                <a:cs typeface="Times New Roman"/>
              </a:rPr>
              <a:t>– E-mail: </a:t>
            </a:r>
            <a:r>
              <a:rPr lang="pt-BR" sz="3000" b="1" dirty="0">
                <a:latin typeface="Times New Roman"/>
                <a:cs typeface="Times New Roman"/>
                <a:hlinkClick r:id="rId4"/>
              </a:rPr>
              <a:t>felix.rodrigues@etec.sp.gov.br</a:t>
            </a:r>
            <a:endParaRPr lang="pt-BR" sz="3000" b="1" dirty="0">
              <a:latin typeface="Times New Roman"/>
              <a:cs typeface="Times New Roman"/>
            </a:endParaRPr>
          </a:p>
          <a:p>
            <a:pPr algn="ctr"/>
            <a:r>
              <a:rPr lang="pt-BR" sz="3000" b="1" dirty="0" err="1">
                <a:latin typeface="Times New Roman"/>
                <a:cs typeface="Times New Roman"/>
              </a:rPr>
              <a:t>Grazielly</a:t>
            </a:r>
            <a:r>
              <a:rPr lang="pt-BR" sz="3000" b="1" dirty="0">
                <a:latin typeface="Times New Roman"/>
                <a:cs typeface="Times New Roman"/>
              </a:rPr>
              <a:t> Paiva da Silva – E-mail: </a:t>
            </a:r>
            <a:r>
              <a:rPr lang="pt-BR" sz="3000" b="1" dirty="0">
                <a:latin typeface="Times New Roman"/>
                <a:cs typeface="Times New Roman"/>
                <a:hlinkClick r:id="rId5"/>
              </a:rPr>
              <a:t>grazielly.silva43@etec.sp.gov.br</a:t>
            </a:r>
            <a:endParaRPr lang="pt-BR" sz="3000" b="1" dirty="0">
              <a:latin typeface="Times New Roman"/>
              <a:cs typeface="Times New Roman"/>
            </a:endParaRPr>
          </a:p>
          <a:p>
            <a:pPr algn="ctr"/>
            <a:r>
              <a:rPr lang="pt-BR" sz="3000" b="1" dirty="0">
                <a:latin typeface="Times New Roman"/>
                <a:cs typeface="Times New Roman"/>
              </a:rPr>
              <a:t>Higor Moraes de Almeida – E-mail: </a:t>
            </a:r>
            <a:r>
              <a:rPr lang="pt-BR" sz="3000" b="1" dirty="0">
                <a:latin typeface="Times New Roman"/>
                <a:cs typeface="Times New Roman"/>
                <a:hlinkClick r:id="rId6"/>
              </a:rPr>
              <a:t>higor.almeida12@etec.sp.gov.br</a:t>
            </a:r>
            <a:endParaRPr lang="pt-BR" sz="3000" b="1" dirty="0">
              <a:latin typeface="Times New Roman"/>
              <a:cs typeface="Times New Roman"/>
            </a:endParaRPr>
          </a:p>
          <a:p>
            <a:pPr algn="ctr"/>
            <a:r>
              <a:rPr lang="pt-BR" sz="3000" b="1" dirty="0" err="1">
                <a:latin typeface="Times New Roman"/>
                <a:cs typeface="Times New Roman"/>
              </a:rPr>
              <a:t>Kadmiel</a:t>
            </a:r>
            <a:r>
              <a:rPr lang="pt-BR" sz="3000" b="1" dirty="0">
                <a:latin typeface="Times New Roman"/>
                <a:cs typeface="Times New Roman"/>
              </a:rPr>
              <a:t> Araujo Santos – E-mail: </a:t>
            </a:r>
            <a:r>
              <a:rPr lang="pt-BR" sz="3000" b="1" dirty="0">
                <a:latin typeface="Times New Roman"/>
                <a:cs typeface="Times New Roman"/>
                <a:hlinkClick r:id="rId7"/>
              </a:rPr>
              <a:t>kadmiel.santos@etec.sp.gov.br</a:t>
            </a:r>
            <a:endParaRPr lang="pt-BR" sz="3000" b="1" dirty="0">
              <a:latin typeface="Times New Roman"/>
              <a:cs typeface="Times New Roman"/>
            </a:endParaRPr>
          </a:p>
          <a:p>
            <a:pPr algn="ctr"/>
            <a:r>
              <a:rPr lang="pt-BR" sz="3000" b="1" dirty="0">
                <a:latin typeface="Times New Roman"/>
                <a:cs typeface="Times New Roman"/>
              </a:rPr>
              <a:t>Prof. Esp. Luiz Miguel de Barros – E-mail: </a:t>
            </a:r>
            <a:r>
              <a:rPr lang="pt-BR" sz="3000" b="1" dirty="0">
                <a:latin typeface="Times New Roman"/>
                <a:cs typeface="Times New Roman"/>
                <a:hlinkClick r:id="rId8"/>
              </a:rPr>
              <a:t>luiz.barros42@etec.sp.gov.br</a:t>
            </a:r>
            <a:endParaRPr lang="pt-BR" sz="3000" b="1" dirty="0">
              <a:latin typeface="Times New Roman"/>
              <a:cs typeface="Times New Roman"/>
            </a:endParaRPr>
          </a:p>
        </p:txBody>
      </p:sp>
      <p:sp>
        <p:nvSpPr>
          <p:cNvPr id="7" name="CaixaDeTexto 6"/>
          <p:cNvSpPr txBox="1"/>
          <p:nvPr/>
        </p:nvSpPr>
        <p:spPr>
          <a:xfrm>
            <a:off x="981628" y="6093865"/>
            <a:ext cx="19583342" cy="1261884"/>
          </a:xfrm>
          <a:prstGeom prst="rect">
            <a:avLst/>
          </a:prstGeom>
          <a:noFill/>
        </p:spPr>
        <p:txBody>
          <a:bodyPr wrap="square" lIns="91440" tIns="45720" rIns="91440" bIns="45720" rtlCol="0" anchor="t">
            <a:spAutoFit/>
          </a:bodyPr>
          <a:lstStyle/>
          <a:p>
            <a:pPr algn="ctr"/>
            <a:r>
              <a:rPr lang="pt-BR" sz="3800" b="1" dirty="0">
                <a:solidFill>
                  <a:schemeClr val="bg2">
                    <a:lumMod val="10000"/>
                  </a:schemeClr>
                </a:solidFill>
                <a:latin typeface="Times New Roman" panose="02020603050405020304" pitchFamily="18" charset="0"/>
                <a:cs typeface="Times New Roman" panose="02020603050405020304" pitchFamily="18" charset="0"/>
              </a:rPr>
              <a:t>ETEC de São Sebastião – 188 | </a:t>
            </a:r>
            <a:endParaRPr lang="pt-BR" sz="3800" b="1" dirty="0">
              <a:solidFill>
                <a:srgbClr val="FF0000"/>
              </a:solidFill>
              <a:latin typeface="Times New Roman" panose="02020603050405020304" pitchFamily="18" charset="0"/>
              <a:cs typeface="Times New Roman" panose="02020603050405020304" pitchFamily="18" charset="0"/>
            </a:endParaRPr>
          </a:p>
          <a:p>
            <a:pPr algn="ctr"/>
            <a:r>
              <a:rPr lang="pt-BR" sz="3800" b="1" dirty="0">
                <a:solidFill>
                  <a:schemeClr val="bg2">
                    <a:lumMod val="10000"/>
                  </a:schemeClr>
                </a:solidFill>
                <a:latin typeface="Times New Roman"/>
                <a:cs typeface="Times New Roman"/>
              </a:rPr>
              <a:t>Trabalho de EACHSA da Turma de  </a:t>
            </a:r>
            <a:r>
              <a:rPr lang="pt-BR" sz="3800" b="1" dirty="0">
                <a:solidFill>
                  <a:srgbClr val="FF0000"/>
                </a:solidFill>
                <a:latin typeface="Times New Roman"/>
                <a:cs typeface="Times New Roman"/>
              </a:rPr>
              <a:t>MEIO AMBIENTE</a:t>
            </a:r>
            <a:endParaRPr lang="pt-BR" sz="38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2" name="Retângulo 11"/>
          <p:cNvSpPr/>
          <p:nvPr/>
        </p:nvSpPr>
        <p:spPr>
          <a:xfrm>
            <a:off x="2395525" y="28141315"/>
            <a:ext cx="16808473" cy="4515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pt-BR" sz="3137"/>
          </a:p>
        </p:txBody>
      </p:sp>
      <p:sp>
        <p:nvSpPr>
          <p:cNvPr id="16" name="Subtítulo 2"/>
          <p:cNvSpPr txBox="1">
            <a:spLocks/>
          </p:cNvSpPr>
          <p:nvPr/>
        </p:nvSpPr>
        <p:spPr>
          <a:xfrm>
            <a:off x="11409123" y="11259572"/>
            <a:ext cx="9708271" cy="19014269"/>
          </a:xfrm>
          <a:prstGeom prst="rect">
            <a:avLst/>
          </a:prstGeom>
        </p:spPr>
        <p:txBody>
          <a:bodyPr vert="horz" lIns="60510" tIns="30255" rIns="60510" bIns="30255" rtlCol="0" anchor="t">
            <a:normAutofit fontScale="92500" lnSpcReduction="20000"/>
          </a:bodyPr>
          <a:lstStyle>
            <a:lvl1pPr marL="0" indent="0" algn="ctr" defTabSz="3239902" rtl="0" eaLnBrk="1" latinLnBrk="0" hangingPunct="1">
              <a:lnSpc>
                <a:spcPct val="90000"/>
              </a:lnSpc>
              <a:spcBef>
                <a:spcPts val="3543"/>
              </a:spcBef>
              <a:buFont typeface="Arial" panose="020B0604020202020204" pitchFamily="34" charset="0"/>
              <a:buNone/>
              <a:defRPr sz="8504" kern="1200">
                <a:solidFill>
                  <a:schemeClr val="tx1"/>
                </a:solidFill>
                <a:latin typeface="+mn-lt"/>
                <a:ea typeface="+mn-ea"/>
                <a:cs typeface="+mn-cs"/>
              </a:defRPr>
            </a:lvl1pPr>
            <a:lvl2pPr marL="1619951" indent="0" algn="ctr" defTabSz="3239902" rtl="0" eaLnBrk="1" latinLnBrk="0" hangingPunct="1">
              <a:lnSpc>
                <a:spcPct val="90000"/>
              </a:lnSpc>
              <a:spcBef>
                <a:spcPts val="1772"/>
              </a:spcBef>
              <a:buFont typeface="Arial" panose="020B0604020202020204" pitchFamily="34" charset="0"/>
              <a:buNone/>
              <a:defRPr sz="7086" kern="1200">
                <a:solidFill>
                  <a:schemeClr val="tx1"/>
                </a:solidFill>
                <a:latin typeface="+mn-lt"/>
                <a:ea typeface="+mn-ea"/>
                <a:cs typeface="+mn-cs"/>
              </a:defRPr>
            </a:lvl2pPr>
            <a:lvl3pPr marL="3239902" indent="0" algn="ctr" defTabSz="3239902" rtl="0" eaLnBrk="1" latinLnBrk="0" hangingPunct="1">
              <a:lnSpc>
                <a:spcPct val="90000"/>
              </a:lnSpc>
              <a:spcBef>
                <a:spcPts val="1772"/>
              </a:spcBef>
              <a:buFont typeface="Arial" panose="020B0604020202020204" pitchFamily="34" charset="0"/>
              <a:buNone/>
              <a:defRPr sz="6378" kern="1200">
                <a:solidFill>
                  <a:schemeClr val="tx1"/>
                </a:solidFill>
                <a:latin typeface="+mn-lt"/>
                <a:ea typeface="+mn-ea"/>
                <a:cs typeface="+mn-cs"/>
              </a:defRPr>
            </a:lvl3pPr>
            <a:lvl4pPr marL="4859853" indent="0" algn="ctr" defTabSz="3239902" rtl="0" eaLnBrk="1" latinLnBrk="0" hangingPunct="1">
              <a:lnSpc>
                <a:spcPct val="90000"/>
              </a:lnSpc>
              <a:spcBef>
                <a:spcPts val="1772"/>
              </a:spcBef>
              <a:buFont typeface="Arial" panose="020B0604020202020204" pitchFamily="34" charset="0"/>
              <a:buNone/>
              <a:defRPr sz="5669" kern="1200">
                <a:solidFill>
                  <a:schemeClr val="tx1"/>
                </a:solidFill>
                <a:latin typeface="+mn-lt"/>
                <a:ea typeface="+mn-ea"/>
                <a:cs typeface="+mn-cs"/>
              </a:defRPr>
            </a:lvl4pPr>
            <a:lvl5pPr marL="6479804" indent="0" algn="ctr" defTabSz="3239902" rtl="0" eaLnBrk="1" latinLnBrk="0" hangingPunct="1">
              <a:lnSpc>
                <a:spcPct val="90000"/>
              </a:lnSpc>
              <a:spcBef>
                <a:spcPts val="1772"/>
              </a:spcBef>
              <a:buFont typeface="Arial" panose="020B0604020202020204" pitchFamily="34" charset="0"/>
              <a:buNone/>
              <a:defRPr sz="5669" kern="1200">
                <a:solidFill>
                  <a:schemeClr val="tx1"/>
                </a:solidFill>
                <a:latin typeface="+mn-lt"/>
                <a:ea typeface="+mn-ea"/>
                <a:cs typeface="+mn-cs"/>
              </a:defRPr>
            </a:lvl5pPr>
            <a:lvl6pPr marL="8099755" indent="0" algn="ctr" defTabSz="3239902" rtl="0" eaLnBrk="1" latinLnBrk="0" hangingPunct="1">
              <a:lnSpc>
                <a:spcPct val="90000"/>
              </a:lnSpc>
              <a:spcBef>
                <a:spcPts val="1772"/>
              </a:spcBef>
              <a:buFont typeface="Arial" panose="020B0604020202020204" pitchFamily="34" charset="0"/>
              <a:buNone/>
              <a:defRPr sz="5669" kern="1200">
                <a:solidFill>
                  <a:schemeClr val="tx1"/>
                </a:solidFill>
                <a:latin typeface="+mn-lt"/>
                <a:ea typeface="+mn-ea"/>
                <a:cs typeface="+mn-cs"/>
              </a:defRPr>
            </a:lvl6pPr>
            <a:lvl7pPr marL="9719706" indent="0" algn="ctr" defTabSz="3239902" rtl="0" eaLnBrk="1" latinLnBrk="0" hangingPunct="1">
              <a:lnSpc>
                <a:spcPct val="90000"/>
              </a:lnSpc>
              <a:spcBef>
                <a:spcPts val="1772"/>
              </a:spcBef>
              <a:buFont typeface="Arial" panose="020B0604020202020204" pitchFamily="34" charset="0"/>
              <a:buNone/>
              <a:defRPr sz="5669" kern="1200">
                <a:solidFill>
                  <a:schemeClr val="tx1"/>
                </a:solidFill>
                <a:latin typeface="+mn-lt"/>
                <a:ea typeface="+mn-ea"/>
                <a:cs typeface="+mn-cs"/>
              </a:defRPr>
            </a:lvl7pPr>
            <a:lvl8pPr marL="11339657" indent="0" algn="ctr" defTabSz="3239902" rtl="0" eaLnBrk="1" latinLnBrk="0" hangingPunct="1">
              <a:lnSpc>
                <a:spcPct val="90000"/>
              </a:lnSpc>
              <a:spcBef>
                <a:spcPts val="1772"/>
              </a:spcBef>
              <a:buFont typeface="Arial" panose="020B0604020202020204" pitchFamily="34" charset="0"/>
              <a:buNone/>
              <a:defRPr sz="5669" kern="1200">
                <a:solidFill>
                  <a:schemeClr val="tx1"/>
                </a:solidFill>
                <a:latin typeface="+mn-lt"/>
                <a:ea typeface="+mn-ea"/>
                <a:cs typeface="+mn-cs"/>
              </a:defRPr>
            </a:lvl8pPr>
            <a:lvl9pPr marL="12959608" indent="0" algn="ctr" defTabSz="3239902" rtl="0" eaLnBrk="1" latinLnBrk="0" hangingPunct="1">
              <a:lnSpc>
                <a:spcPct val="90000"/>
              </a:lnSpc>
              <a:spcBef>
                <a:spcPts val="1772"/>
              </a:spcBef>
              <a:buFont typeface="Arial" panose="020B0604020202020204" pitchFamily="34" charset="0"/>
              <a:buNone/>
              <a:defRPr sz="5669" kern="1200">
                <a:solidFill>
                  <a:schemeClr val="tx1"/>
                </a:solidFill>
                <a:latin typeface="+mn-lt"/>
                <a:ea typeface="+mn-ea"/>
                <a:cs typeface="+mn-cs"/>
              </a:defRPr>
            </a:lvl9pPr>
          </a:lstStyle>
          <a:p>
            <a:pPr algn="just">
              <a:lnSpc>
                <a:spcPct val="100000"/>
              </a:lnSpc>
              <a:spcBef>
                <a:spcPts val="0"/>
              </a:spcBef>
            </a:pPr>
            <a:r>
              <a:rPr lang="pt-BR" sz="4800" b="1" dirty="0">
                <a:solidFill>
                  <a:srgbClr val="005C6D"/>
                </a:solidFill>
                <a:latin typeface="Times New Roman" panose="02020603050405020304" pitchFamily="18" charset="0"/>
                <a:cs typeface="Times New Roman" panose="02020603050405020304" pitchFamily="18" charset="0"/>
              </a:rPr>
              <a:t>Resultados e Discussões</a:t>
            </a:r>
          </a:p>
          <a:p>
            <a:pPr marL="571500" indent="-571500" algn="just">
              <a:buFont typeface="Courier New" panose="020B0604020202020204" pitchFamily="34" charset="0"/>
              <a:buChar char="o"/>
            </a:pPr>
            <a:r>
              <a:rPr lang="pt-BR" sz="3000" dirty="0">
                <a:latin typeface="Times New Roman"/>
                <a:cs typeface="Times New Roman"/>
              </a:rPr>
              <a:t>Os ODS abordados como referência de </a:t>
            </a:r>
          </a:p>
          <a:p>
            <a:pPr algn="just"/>
            <a:r>
              <a:rPr lang="pt-BR" sz="3000" dirty="0">
                <a:latin typeface="Times New Roman"/>
                <a:cs typeface="Times New Roman"/>
              </a:rPr>
              <a:t>pesquisa;</a:t>
            </a:r>
            <a:endParaRPr lang="pt-BR" sz="3000" dirty="0">
              <a:ea typeface="Calibri" panose="020F0502020204030204"/>
              <a:cs typeface="Calibri" panose="020F0502020204030204"/>
            </a:endParaRPr>
          </a:p>
          <a:p>
            <a:pPr marL="571500" indent="-571500" algn="just">
              <a:buFont typeface="Courier New" panose="020B0604020202020204" pitchFamily="34" charset="0"/>
              <a:buChar char="o"/>
            </a:pPr>
            <a:r>
              <a:rPr lang="pt-BR" sz="3000" dirty="0">
                <a:latin typeface="Times New Roman"/>
                <a:cs typeface="Times New Roman"/>
              </a:rPr>
              <a:t>Plano Nacional do Turismo – Página 36:</a:t>
            </a:r>
            <a:endParaRPr lang="pt-BR" sz="3000" dirty="0">
              <a:ea typeface="Calibri" panose="020F0502020204030204"/>
              <a:cs typeface="Calibri" panose="020F0502020204030204"/>
            </a:endParaRPr>
          </a:p>
          <a:p>
            <a:pPr marL="571500" indent="-571500" algn="just">
              <a:buFont typeface="Arial" panose="020B0604020202020204" pitchFamily="34" charset="0"/>
              <a:buChar char="•"/>
            </a:pPr>
            <a:r>
              <a:rPr lang="pt-BR" sz="3000" dirty="0">
                <a:latin typeface="Times New Roman"/>
                <a:cs typeface="Times New Roman"/>
              </a:rPr>
              <a:t>Gráfico 12: % de domicílios com moradores que viajaram em 2017 por classe de renda domiciliar</a:t>
            </a:r>
            <a:endParaRPr lang="pt-BR" sz="3000" dirty="0">
              <a:latin typeface="Calibri"/>
              <a:ea typeface="Calibri"/>
              <a:cs typeface="Calibri"/>
            </a:endParaRPr>
          </a:p>
          <a:p>
            <a:pPr marL="571500" indent="-571500" algn="just">
              <a:buFont typeface="Arial" panose="020B0604020202020204" pitchFamily="34" charset="0"/>
              <a:buChar char="•"/>
            </a:pPr>
            <a:r>
              <a:rPr lang="pt-BR" sz="3000" dirty="0">
                <a:latin typeface="Times New Roman"/>
                <a:cs typeface="Times New Roman"/>
              </a:rPr>
              <a:t>Gráfico 13: motivo para não realização de viagens em 2017 (%)</a:t>
            </a:r>
            <a:endParaRPr lang="pt-BR" sz="3000" dirty="0">
              <a:latin typeface="Calibri"/>
              <a:ea typeface="Calibri"/>
              <a:cs typeface="Calibri"/>
            </a:endParaRPr>
          </a:p>
          <a:p>
            <a:pPr marL="571500" indent="-571500" algn="just">
              <a:buFont typeface="Courier New" panose="020B0604020202020204" pitchFamily="34" charset="0"/>
              <a:buChar char="o"/>
            </a:pPr>
            <a:r>
              <a:rPr lang="pt-BR" sz="3000" dirty="0">
                <a:latin typeface="Times New Roman"/>
                <a:cs typeface="Times New Roman"/>
              </a:rPr>
              <a:t>Plano Diretor de Turismo de São Sebastião – Promoção da Sustentabilidade - Estratégia 10 - Inclusão social na cadeia produtiva do turismo</a:t>
            </a:r>
            <a:endParaRPr lang="pt-BR" sz="3000" dirty="0">
              <a:ea typeface="Calibri" panose="020F0502020204030204"/>
              <a:cs typeface="Calibri" panose="020F0502020204030204"/>
            </a:endParaRPr>
          </a:p>
          <a:p>
            <a:pPr marL="571500" indent="-571500" algn="just">
              <a:buFont typeface="Courier New" panose="020B0604020202020204" pitchFamily="34" charset="0"/>
              <a:buChar char="o"/>
            </a:pPr>
            <a:r>
              <a:rPr lang="pt-BR" sz="3000" dirty="0">
                <a:latin typeface="Times New Roman"/>
                <a:cs typeface="Times New Roman"/>
              </a:rPr>
              <a:t>Portal do Turismo de São Sebastião</a:t>
            </a:r>
            <a:endParaRPr lang="pt-BR" sz="3000" dirty="0">
              <a:ea typeface="Calibri" panose="020F0502020204030204"/>
              <a:cs typeface="Calibri" panose="020F0502020204030204"/>
            </a:endParaRPr>
          </a:p>
          <a:p>
            <a:pPr algn="just">
              <a:lnSpc>
                <a:spcPct val="100000"/>
              </a:lnSpc>
              <a:spcBef>
                <a:spcPts val="0"/>
              </a:spcBef>
            </a:pPr>
            <a:endParaRPr lang="pt-BR" sz="4000" dirty="0">
              <a:latin typeface="Times New Roman" panose="02020603050405020304" pitchFamily="18" charset="0"/>
              <a:cs typeface="Times New Roman" panose="02020603050405020304" pitchFamily="18" charset="0"/>
            </a:endParaRPr>
          </a:p>
          <a:p>
            <a:pPr algn="just">
              <a:lnSpc>
                <a:spcPct val="100000"/>
              </a:lnSpc>
              <a:spcBef>
                <a:spcPts val="0"/>
              </a:spcBef>
            </a:pPr>
            <a:r>
              <a:rPr lang="pt-BR" sz="4800" b="1" dirty="0">
                <a:solidFill>
                  <a:srgbClr val="005C6D"/>
                </a:solidFill>
                <a:latin typeface="Times New Roman" panose="02020603050405020304" pitchFamily="18" charset="0"/>
                <a:cs typeface="Times New Roman" panose="02020603050405020304" pitchFamily="18" charset="0"/>
              </a:rPr>
              <a:t>Considerações Finais / Conclusão</a:t>
            </a:r>
          </a:p>
          <a:p>
            <a:pPr marL="571500" indent="-571500" algn="just">
              <a:buFont typeface="Courier New" panose="020B0604020202020204" pitchFamily="34" charset="0"/>
              <a:buChar char="o"/>
            </a:pPr>
            <a:r>
              <a:rPr lang="pt-BR" sz="3000" dirty="0">
                <a:latin typeface="Times New Roman"/>
                <a:cs typeface="Times New Roman"/>
              </a:rPr>
              <a:t>O trabalho de pesquisa pretende:</a:t>
            </a:r>
            <a:endParaRPr lang="pt-BR" sz="3000" dirty="0">
              <a:latin typeface="Calibri" panose="020F0502020204030204"/>
              <a:ea typeface="Calibri" panose="020F0502020204030204"/>
              <a:cs typeface="Calibri" panose="020F0502020204030204"/>
            </a:endParaRPr>
          </a:p>
          <a:p>
            <a:pPr marL="571500" indent="-571500" algn="just">
              <a:buFont typeface="Courier New" panose="020B0604020202020204" pitchFamily="34" charset="0"/>
              <a:buChar char="o"/>
            </a:pPr>
            <a:r>
              <a:rPr lang="pt-BR" sz="3000" dirty="0">
                <a:latin typeface="Times New Roman"/>
                <a:cs typeface="Times New Roman"/>
              </a:rPr>
              <a:t>Criar o Selo de Confiabilidade e Incentivo do Turismo Social como projeto de lei;</a:t>
            </a:r>
            <a:endParaRPr lang="pt-BR" sz="3000" dirty="0">
              <a:latin typeface="Calibri" panose="020F0502020204030204"/>
              <a:ea typeface="Calibri"/>
              <a:cs typeface="Calibri"/>
            </a:endParaRPr>
          </a:p>
          <a:p>
            <a:pPr marL="571500" indent="-571500" algn="just">
              <a:buFont typeface="Courier New" panose="020B0604020202020204" pitchFamily="34" charset="0"/>
              <a:buChar char="o"/>
            </a:pPr>
            <a:r>
              <a:rPr lang="pt-BR" sz="3000" dirty="0">
                <a:latin typeface="Times New Roman"/>
                <a:cs typeface="Times New Roman"/>
              </a:rPr>
              <a:t>Facilitar agências que organizam excursões e atividades de lazer a baixo custo a visitar o destino;</a:t>
            </a:r>
            <a:endParaRPr lang="pt-BR" sz="3000" dirty="0">
              <a:ea typeface="Calibri"/>
              <a:cs typeface="Calibri"/>
            </a:endParaRPr>
          </a:p>
          <a:p>
            <a:pPr marL="571500" indent="-571500" algn="just">
              <a:buFont typeface="Courier New" panose="020B0604020202020204" pitchFamily="34" charset="0"/>
              <a:buChar char="o"/>
            </a:pPr>
            <a:r>
              <a:rPr lang="pt-BR" sz="3000" dirty="0">
                <a:latin typeface="Times New Roman"/>
                <a:cs typeface="Times New Roman"/>
              </a:rPr>
              <a:t>Formatar roteiros específicos: com tarifário atraente durante o pós temporada de verão;</a:t>
            </a:r>
          </a:p>
          <a:p>
            <a:pPr algn="just">
              <a:lnSpc>
                <a:spcPct val="100000"/>
              </a:lnSpc>
              <a:spcBef>
                <a:spcPts val="0"/>
              </a:spcBef>
            </a:pPr>
            <a:endParaRPr lang="pt-BR" sz="4000" dirty="0">
              <a:latin typeface="Times New Roman" panose="02020603050405020304" pitchFamily="18" charset="0"/>
              <a:cs typeface="Times New Roman" panose="02020603050405020304" pitchFamily="18" charset="0"/>
            </a:endParaRPr>
          </a:p>
          <a:p>
            <a:pPr algn="just">
              <a:lnSpc>
                <a:spcPct val="100000"/>
              </a:lnSpc>
              <a:spcBef>
                <a:spcPts val="0"/>
              </a:spcBef>
            </a:pPr>
            <a:r>
              <a:rPr lang="pt-BR" sz="4800" b="1" dirty="0">
                <a:solidFill>
                  <a:srgbClr val="005C6D"/>
                </a:solidFill>
                <a:latin typeface="Times New Roman"/>
                <a:cs typeface="Times New Roman"/>
              </a:rPr>
              <a:t>Referências</a:t>
            </a:r>
          </a:p>
          <a:p>
            <a:pPr algn="just">
              <a:lnSpc>
                <a:spcPct val="80000"/>
              </a:lnSpc>
            </a:pPr>
            <a:r>
              <a:rPr lang="pt-BR" sz="3200" dirty="0">
                <a:latin typeface="Times New Roman"/>
                <a:ea typeface="+mn-lt"/>
                <a:cs typeface="Times New Roman"/>
              </a:rPr>
              <a:t>Ministério do Turismo – Plano Nacional do Turismo. Portal: https://www.gov.br/turismo/pt-br</a:t>
            </a:r>
            <a:endParaRPr lang="pt-BR" sz="3200" dirty="0">
              <a:ea typeface="Calibri"/>
              <a:cs typeface="Calibri"/>
            </a:endParaRPr>
          </a:p>
          <a:p>
            <a:pPr algn="just">
              <a:lnSpc>
                <a:spcPct val="80000"/>
              </a:lnSpc>
            </a:pPr>
            <a:r>
              <a:rPr lang="pt-BR" sz="3200" dirty="0">
                <a:latin typeface="Times New Roman"/>
                <a:ea typeface="+mn-lt"/>
                <a:cs typeface="Times New Roman"/>
              </a:rPr>
              <a:t>Prefeitura de São Sebastião – Secretaria Municipal de Turismo. Portal: https://www.turismosaosebastiao.com.br</a:t>
            </a:r>
            <a:endParaRPr lang="pt-BR" sz="3200" dirty="0">
              <a:ea typeface="Calibri"/>
              <a:cs typeface="Calibri"/>
            </a:endParaRPr>
          </a:p>
          <a:p>
            <a:pPr algn="just">
              <a:lnSpc>
                <a:spcPct val="80000"/>
              </a:lnSpc>
            </a:pPr>
            <a:r>
              <a:rPr lang="pt-BR" sz="3200" dirty="0">
                <a:latin typeface="Times New Roman"/>
                <a:ea typeface="+mn-lt"/>
                <a:cs typeface="Times New Roman"/>
              </a:rPr>
              <a:t>Circuito Litoral Norte de São Paulo. Programa Nacional de Regionalização do Turismo. Portal: https://www.circuitolitoralnorte.tur.br/</a:t>
            </a:r>
            <a:endParaRPr lang="pt-BR" sz="3200" dirty="0">
              <a:ea typeface="Calibri"/>
              <a:cs typeface="Calibri"/>
            </a:endParaRPr>
          </a:p>
          <a:p>
            <a:pPr algn="just">
              <a:lnSpc>
                <a:spcPct val="80000"/>
              </a:lnSpc>
            </a:pPr>
            <a:r>
              <a:rPr lang="pt-BR" sz="3200" dirty="0">
                <a:latin typeface="Times New Roman"/>
                <a:ea typeface="+mn-lt"/>
                <a:cs typeface="Times New Roman"/>
              </a:rPr>
              <a:t>Plano Nacional do Turismo</a:t>
            </a:r>
            <a:endParaRPr lang="pt-BR" sz="3200" dirty="0">
              <a:ea typeface="Calibri"/>
              <a:cs typeface="Calibri"/>
            </a:endParaRPr>
          </a:p>
          <a:p>
            <a:pPr algn="just">
              <a:lnSpc>
                <a:spcPct val="80000"/>
              </a:lnSpc>
            </a:pPr>
            <a:r>
              <a:rPr lang="pt-BR" sz="3200" dirty="0">
                <a:latin typeface="Times New Roman"/>
                <a:ea typeface="+mn-lt"/>
                <a:cs typeface="Times New Roman"/>
              </a:rPr>
              <a:t>Plano Diretor do Turismo de São Sebastião</a:t>
            </a:r>
            <a:endParaRPr lang="pt-BR" sz="3200" dirty="0">
              <a:ea typeface="Calibri"/>
              <a:cs typeface="Calibri"/>
            </a:endParaRPr>
          </a:p>
          <a:p>
            <a:pPr algn="just">
              <a:lnSpc>
                <a:spcPct val="80000"/>
              </a:lnSpc>
            </a:pPr>
            <a:r>
              <a:rPr lang="pt-BR" sz="3200" dirty="0">
                <a:latin typeface="Times New Roman"/>
                <a:ea typeface="+mn-lt"/>
                <a:cs typeface="Times New Roman"/>
              </a:rPr>
              <a:t>Organização das Nações Unidas – ODS. Programa de Desenvolvimento. Objetivos de Desenvolvimento Sustentável. Portal: https://www.undp.org/sustainable-development-goals</a:t>
            </a:r>
            <a:endParaRPr lang="pt-BR" sz="3200" dirty="0"/>
          </a:p>
        </p:txBody>
      </p:sp>
      <p:sp>
        <p:nvSpPr>
          <p:cNvPr id="4" name="Retângulo 3"/>
          <p:cNvSpPr/>
          <p:nvPr/>
        </p:nvSpPr>
        <p:spPr>
          <a:xfrm>
            <a:off x="6496050" y="28241694"/>
            <a:ext cx="3448050" cy="212400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3" name="Imagem 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113473" y="28411033"/>
            <a:ext cx="1678227" cy="1589301"/>
          </a:xfrm>
          <a:prstGeom prst="rect">
            <a:avLst/>
          </a:prstGeom>
        </p:spPr>
      </p:pic>
    </p:spTree>
    <p:extLst>
      <p:ext uri="{BB962C8B-B14F-4D97-AF65-F5344CB8AC3E}">
        <p14:creationId xmlns:p14="http://schemas.microsoft.com/office/powerpoint/2010/main" val="1143089893"/>
      </p:ext>
    </p:extLst>
  </p:cSld>
  <p:clrMapOvr>
    <a:masterClrMapping/>
  </p:clrMapOvr>
</p:sld>
</file>

<file path=ppt/theme/theme1.xml><?xml version="1.0" encoding="utf-8"?>
<a:theme xmlns:a="http://schemas.openxmlformats.org/drawingml/2006/main" name="Tema1">
  <a:themeElements>
    <a:clrScheme name="Tema do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o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1" id="{F71A7753-83F7-4338-AE25-C23EB0C744BC}" vid="{2FCFFA2B-92A1-4A98-AA29-08ADD5264462}"/>
    </a:ext>
  </a:extLst>
</a:theme>
</file>

<file path=docProps/app.xml><?xml version="1.0" encoding="utf-8"?>
<Properties xmlns="http://schemas.openxmlformats.org/officeDocument/2006/extended-properties" xmlns:vt="http://schemas.openxmlformats.org/officeDocument/2006/docPropsVTypes">
  <Template>Tema1</Template>
  <TotalTime>231</TotalTime>
  <Words>596</Words>
  <Application>Microsoft Office PowerPoint</Application>
  <PresentationFormat>Personalizar</PresentationFormat>
  <Paragraphs>44</Paragraphs>
  <Slides>1</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Arial</vt:lpstr>
      <vt:lpstr>Calibri</vt:lpstr>
      <vt:lpstr>Calibri Light</vt:lpstr>
      <vt:lpstr>Courier New</vt:lpstr>
      <vt:lpstr>Times New Roman</vt:lpstr>
      <vt:lpstr>Tema1</vt:lpstr>
      <vt:lpstr>INFLUENCIADORES DIGITAIS COMO CANAL DE COMUNICAÇÃO: o papel dos influenciadores na formação de opiniões dos jovens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Cliente</dc:creator>
  <cp:lastModifiedBy>claudio ferraz</cp:lastModifiedBy>
  <cp:revision>165</cp:revision>
  <dcterms:created xsi:type="dcterms:W3CDTF">2023-06-11T02:57:09Z</dcterms:created>
  <dcterms:modified xsi:type="dcterms:W3CDTF">2025-11-30T22:45:20Z</dcterms:modified>
</cp:coreProperties>
</file>